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04E0A-FB3E-4077-9B73-29E396ED3009}" v="46" dt="2020-02-27T14:43:54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ốc Bảo Ngô" userId="feee37ac1c8ea418" providerId="LiveId" clId="{5B504E0A-FB3E-4077-9B73-29E396ED3009}"/>
    <pc:docChg chg="undo redo custSel mod addSld delSld modSld">
      <pc:chgData name="Quốc Bảo Ngô" userId="feee37ac1c8ea418" providerId="LiveId" clId="{5B504E0A-FB3E-4077-9B73-29E396ED3009}" dt="2020-02-27T14:47:57.860" v="1400"/>
      <pc:docMkLst>
        <pc:docMk/>
      </pc:docMkLst>
      <pc:sldChg chg="addSp delSp modSp mod modTransition setBg modAnim setClrOvrMap">
        <pc:chgData name="Quốc Bảo Ngô" userId="feee37ac1c8ea418" providerId="LiveId" clId="{5B504E0A-FB3E-4077-9B73-29E396ED3009}" dt="2020-02-27T14:42:16.333" v="1341"/>
        <pc:sldMkLst>
          <pc:docMk/>
          <pc:sldMk cId="249140578" sldId="256"/>
        </pc:sldMkLst>
        <pc:spChg chg="mod ord">
          <ac:chgData name="Quốc Bảo Ngô" userId="feee37ac1c8ea418" providerId="LiveId" clId="{5B504E0A-FB3E-4077-9B73-29E396ED3009}" dt="2020-02-27T13:42:18.019" v="33" actId="1076"/>
          <ac:spMkLst>
            <pc:docMk/>
            <pc:sldMk cId="249140578" sldId="256"/>
            <ac:spMk id="2" creationId="{5AEAC327-888D-4833-8E75-3942D384DF6A}"/>
          </ac:spMkLst>
        </pc:spChg>
        <pc:spChg chg="del">
          <ac:chgData name="Quốc Bảo Ngô" userId="feee37ac1c8ea418" providerId="LiveId" clId="{5B504E0A-FB3E-4077-9B73-29E396ED3009}" dt="2020-02-27T13:38:03.075" v="2" actId="478"/>
          <ac:spMkLst>
            <pc:docMk/>
            <pc:sldMk cId="249140578" sldId="256"/>
            <ac:spMk id="3" creationId="{754EC5E7-8CC9-4D5A-B6F3-96873BF86916}"/>
          </ac:spMkLst>
        </pc:spChg>
        <pc:spChg chg="add">
          <ac:chgData name="Quốc Bảo Ngô" userId="feee37ac1c8ea418" providerId="LiveId" clId="{5B504E0A-FB3E-4077-9B73-29E396ED3009}" dt="2020-02-27T13:41:51.180" v="31" actId="26606"/>
          <ac:spMkLst>
            <pc:docMk/>
            <pc:sldMk cId="249140578" sldId="256"/>
            <ac:spMk id="12" creationId="{B0354608-2C0B-45C8-8C8B-8E3ED2EF58E4}"/>
          </ac:spMkLst>
        </pc:spChg>
        <pc:spChg chg="add">
          <ac:chgData name="Quốc Bảo Ngô" userId="feee37ac1c8ea418" providerId="LiveId" clId="{5B504E0A-FB3E-4077-9B73-29E396ED3009}" dt="2020-02-27T13:41:51.180" v="31" actId="26606"/>
          <ac:spMkLst>
            <pc:docMk/>
            <pc:sldMk cId="249140578" sldId="256"/>
            <ac:spMk id="14" creationId="{A69EB637-CEDE-43AD-8B65-DDD63C08FB34}"/>
          </ac:spMkLst>
        </pc:spChg>
        <pc:spChg chg="add">
          <ac:chgData name="Quốc Bảo Ngô" userId="feee37ac1c8ea418" providerId="LiveId" clId="{5B504E0A-FB3E-4077-9B73-29E396ED3009}" dt="2020-02-27T13:41:51.180" v="31" actId="26606"/>
          <ac:spMkLst>
            <pc:docMk/>
            <pc:sldMk cId="249140578" sldId="256"/>
            <ac:spMk id="16" creationId="{B0FAED46-1BF7-48DB-980D-571CD2A30DC4}"/>
          </ac:spMkLst>
        </pc:spChg>
        <pc:picChg chg="add mod">
          <ac:chgData name="Quốc Bảo Ngô" userId="feee37ac1c8ea418" providerId="LiveId" clId="{5B504E0A-FB3E-4077-9B73-29E396ED3009}" dt="2020-02-27T13:41:51.180" v="31" actId="26606"/>
          <ac:picMkLst>
            <pc:docMk/>
            <pc:sldMk cId="249140578" sldId="256"/>
            <ac:picMk id="5" creationId="{CED42027-0763-4D20-9812-AD860998D72A}"/>
          </ac:picMkLst>
        </pc:picChg>
        <pc:picChg chg="add mod">
          <ac:chgData name="Quốc Bảo Ngô" userId="feee37ac1c8ea418" providerId="LiveId" clId="{5B504E0A-FB3E-4077-9B73-29E396ED3009}" dt="2020-02-27T13:41:51.180" v="31" actId="26606"/>
          <ac:picMkLst>
            <pc:docMk/>
            <pc:sldMk cId="249140578" sldId="256"/>
            <ac:picMk id="7" creationId="{B95AF8A9-7697-4F47-B583-EB429C7A9845}"/>
          </ac:picMkLst>
        </pc:picChg>
      </pc:sldChg>
      <pc:sldChg chg="addSp delSp modSp add setBg delAnim modAnim">
        <pc:chgData name="Quốc Bảo Ngô" userId="feee37ac1c8ea418" providerId="LiveId" clId="{5B504E0A-FB3E-4077-9B73-29E396ED3009}" dt="2020-02-27T13:43:54.460" v="44" actId="207"/>
        <pc:sldMkLst>
          <pc:docMk/>
          <pc:sldMk cId="486836996" sldId="257"/>
        </pc:sldMkLst>
        <pc:spChg chg="del">
          <ac:chgData name="Quốc Bảo Ngô" userId="feee37ac1c8ea418" providerId="LiveId" clId="{5B504E0A-FB3E-4077-9B73-29E396ED3009}" dt="2020-02-27T13:43:13.643" v="37" actId="478"/>
          <ac:spMkLst>
            <pc:docMk/>
            <pc:sldMk cId="486836996" sldId="257"/>
            <ac:spMk id="2" creationId="{2A83B03B-249F-4D0A-888D-060C6A22B6DB}"/>
          </ac:spMkLst>
        </pc:spChg>
        <pc:spChg chg="del">
          <ac:chgData name="Quốc Bảo Ngô" userId="feee37ac1c8ea418" providerId="LiveId" clId="{5B504E0A-FB3E-4077-9B73-29E396ED3009}" dt="2020-02-27T13:43:07.081" v="36"/>
          <ac:spMkLst>
            <pc:docMk/>
            <pc:sldMk cId="486836996" sldId="257"/>
            <ac:spMk id="3" creationId="{6FFC1101-52A3-4C56-B385-57EE91378356}"/>
          </ac:spMkLst>
        </pc:spChg>
        <pc:spChg chg="add del mod">
          <ac:chgData name="Quốc Bảo Ngô" userId="feee37ac1c8ea418" providerId="LiveId" clId="{5B504E0A-FB3E-4077-9B73-29E396ED3009}" dt="2020-02-27T13:43:30.940" v="41" actId="478"/>
          <ac:spMkLst>
            <pc:docMk/>
            <pc:sldMk cId="486836996" sldId="257"/>
            <ac:spMk id="4" creationId="{0F06296D-0260-49C8-A50B-A88B76C42B08}"/>
          </ac:spMkLst>
        </pc:spChg>
        <pc:spChg chg="add del mod">
          <ac:chgData name="Quốc Bảo Ngô" userId="feee37ac1c8ea418" providerId="LiveId" clId="{5B504E0A-FB3E-4077-9B73-29E396ED3009}" dt="2020-02-27T13:43:35.225" v="43" actId="478"/>
          <ac:spMkLst>
            <pc:docMk/>
            <pc:sldMk cId="486836996" sldId="257"/>
            <ac:spMk id="6" creationId="{13CC6355-42E7-4F34-8E04-C6ACB20D2424}"/>
          </ac:spMkLst>
        </pc:spChg>
        <pc:spChg chg="add mod">
          <ac:chgData name="Quốc Bảo Ngô" userId="feee37ac1c8ea418" providerId="LiveId" clId="{5B504E0A-FB3E-4077-9B73-29E396ED3009}" dt="2020-02-27T13:43:54.460" v="44" actId="207"/>
          <ac:spMkLst>
            <pc:docMk/>
            <pc:sldMk cId="486836996" sldId="257"/>
            <ac:spMk id="7" creationId="{B5D38599-6763-486E-B5EC-066B22AEBB61}"/>
          </ac:spMkLst>
        </pc:spChg>
      </pc:sldChg>
      <pc:sldChg chg="addSp delSp modSp add mod modTransition setBg modAnim">
        <pc:chgData name="Quốc Bảo Ngô" userId="feee37ac1c8ea418" providerId="LiveId" clId="{5B504E0A-FB3E-4077-9B73-29E396ED3009}" dt="2020-02-27T14:43:23.337" v="1347"/>
        <pc:sldMkLst>
          <pc:docMk/>
          <pc:sldMk cId="932083535" sldId="258"/>
        </pc:sldMkLst>
        <pc:spChg chg="mod">
          <ac:chgData name="Quốc Bảo Ngô" userId="feee37ac1c8ea418" providerId="LiveId" clId="{5B504E0A-FB3E-4077-9B73-29E396ED3009}" dt="2020-02-27T14:39:02.584" v="1299" actId="403"/>
          <ac:spMkLst>
            <pc:docMk/>
            <pc:sldMk cId="932083535" sldId="258"/>
            <ac:spMk id="2" creationId="{660E144F-7E24-4B78-8433-976E42C1AA70}"/>
          </ac:spMkLst>
        </pc:spChg>
        <pc:spChg chg="del mod">
          <ac:chgData name="Quốc Bảo Ngô" userId="feee37ac1c8ea418" providerId="LiveId" clId="{5B504E0A-FB3E-4077-9B73-29E396ED3009}" dt="2020-02-27T13:47:46.843" v="52"/>
          <ac:spMkLst>
            <pc:docMk/>
            <pc:sldMk cId="932083535" sldId="258"/>
            <ac:spMk id="3" creationId="{35418680-3863-4958-82FD-64E223CCDDB5}"/>
          </ac:spMkLst>
        </pc:spChg>
        <pc:spChg chg="add del">
          <ac:chgData name="Quốc Bảo Ngô" userId="feee37ac1c8ea418" providerId="LiveId" clId="{5B504E0A-FB3E-4077-9B73-29E396ED3009}" dt="2020-02-27T13:48:15.988" v="59" actId="26606"/>
          <ac:spMkLst>
            <pc:docMk/>
            <pc:sldMk cId="932083535" sldId="258"/>
            <ac:spMk id="8" creationId="{E1BF6D4D-0955-4785-A32B-D2EC313DBE7D}"/>
          </ac:spMkLst>
        </pc:spChg>
        <pc:spChg chg="add del">
          <ac:chgData name="Quốc Bảo Ngô" userId="feee37ac1c8ea418" providerId="LiveId" clId="{5B504E0A-FB3E-4077-9B73-29E396ED3009}" dt="2020-02-27T13:48:12.887" v="55" actId="26606"/>
          <ac:spMkLst>
            <pc:docMk/>
            <pc:sldMk cId="932083535" sldId="258"/>
            <ac:spMk id="9" creationId="{3E443FD7-A66B-4AA0-872D-B088B9BC5F17}"/>
          </ac:spMkLst>
        </pc:spChg>
        <pc:spChg chg="add del">
          <ac:chgData name="Quốc Bảo Ngô" userId="feee37ac1c8ea418" providerId="LiveId" clId="{5B504E0A-FB3E-4077-9B73-29E396ED3009}" dt="2020-02-27T13:48:19.848" v="61" actId="26606"/>
          <ac:spMkLst>
            <pc:docMk/>
            <pc:sldMk cId="932083535" sldId="258"/>
            <ac:spMk id="10" creationId="{4038CB10-1F5C-4D54-9DF7-12586DE5B007}"/>
          </ac:spMkLst>
        </pc:spChg>
        <pc:spChg chg="add del">
          <ac:chgData name="Quốc Bảo Ngô" userId="feee37ac1c8ea418" providerId="LiveId" clId="{5B504E0A-FB3E-4077-9B73-29E396ED3009}" dt="2020-02-27T13:48:13.981" v="57" actId="26606"/>
          <ac:spMkLst>
            <pc:docMk/>
            <pc:sldMk cId="932083535" sldId="258"/>
            <ac:spMk id="11" creationId="{C475749F-F487-4EFB-ABC7-C1359590EB76}"/>
          </ac:spMkLst>
        </pc:spChg>
        <pc:spChg chg="add del">
          <ac:chgData name="Quốc Bảo Ngô" userId="feee37ac1c8ea418" providerId="LiveId" clId="{5B504E0A-FB3E-4077-9B73-29E396ED3009}" dt="2020-02-27T13:48:19.848" v="61" actId="26606"/>
          <ac:spMkLst>
            <pc:docMk/>
            <pc:sldMk cId="932083535" sldId="258"/>
            <ac:spMk id="12" creationId="{62B673E0-972D-4A05-B078-EA98DE4EAB91}"/>
          </ac:spMkLst>
        </pc:spChg>
        <pc:spChg chg="add del">
          <ac:chgData name="Quốc Bảo Ngô" userId="feee37ac1c8ea418" providerId="LiveId" clId="{5B504E0A-FB3E-4077-9B73-29E396ED3009}" dt="2020-02-27T13:48:19.848" v="61" actId="26606"/>
          <ac:spMkLst>
            <pc:docMk/>
            <pc:sldMk cId="932083535" sldId="258"/>
            <ac:spMk id="13" creationId="{73ED6512-6858-4552-B699-9A97FE9A4EA2}"/>
          </ac:spMkLst>
        </pc:spChg>
        <pc:spChg chg="add del">
          <ac:chgData name="Quốc Bảo Ngô" userId="feee37ac1c8ea418" providerId="LiveId" clId="{5B504E0A-FB3E-4077-9B73-29E396ED3009}" dt="2020-02-27T13:48:24.430" v="63" actId="26606"/>
          <ac:spMkLst>
            <pc:docMk/>
            <pc:sldMk cId="932083535" sldId="258"/>
            <ac:spMk id="15" creationId="{1C091803-41C2-48E0-9228-5148460C7479}"/>
          </ac:spMkLst>
        </pc:spChg>
        <pc:spChg chg="add del">
          <ac:chgData name="Quốc Bảo Ngô" userId="feee37ac1c8ea418" providerId="LiveId" clId="{5B504E0A-FB3E-4077-9B73-29E396ED3009}" dt="2020-02-27T13:48:24.430" v="63" actId="26606"/>
          <ac:spMkLst>
            <pc:docMk/>
            <pc:sldMk cId="932083535" sldId="258"/>
            <ac:spMk id="16" creationId="{B775CD93-9DF2-48CB-9F57-1BCA9A46C7FA}"/>
          </ac:spMkLst>
        </pc:spChg>
        <pc:spChg chg="add del">
          <ac:chgData name="Quốc Bảo Ngô" userId="feee37ac1c8ea418" providerId="LiveId" clId="{5B504E0A-FB3E-4077-9B73-29E396ED3009}" dt="2020-02-27T13:48:24.430" v="63" actId="26606"/>
          <ac:spMkLst>
            <pc:docMk/>
            <pc:sldMk cId="932083535" sldId="258"/>
            <ac:spMk id="17" creationId="{6166C6D1-23AC-49C4-BA07-238E4E9F8CEB}"/>
          </ac:spMkLst>
        </pc:spChg>
        <pc:spChg chg="add del">
          <ac:chgData name="Quốc Bảo Ngô" userId="feee37ac1c8ea418" providerId="LiveId" clId="{5B504E0A-FB3E-4077-9B73-29E396ED3009}" dt="2020-02-27T13:48:24.430" v="63" actId="26606"/>
          <ac:spMkLst>
            <pc:docMk/>
            <pc:sldMk cId="932083535" sldId="258"/>
            <ac:spMk id="18" creationId="{AAD19C17-E738-4D04-8B25-EA1D091CA597}"/>
          </ac:spMkLst>
        </pc:spChg>
        <pc:spChg chg="add del">
          <ac:chgData name="Quốc Bảo Ngô" userId="feee37ac1c8ea418" providerId="LiveId" clId="{5B504E0A-FB3E-4077-9B73-29E396ED3009}" dt="2020-02-27T13:49:02.090" v="77" actId="26606"/>
          <ac:spMkLst>
            <pc:docMk/>
            <pc:sldMk cId="932083535" sldId="258"/>
            <ac:spMk id="20" creationId="{EBF87945-A001-489F-9D9B-7D9435F0B9CA}"/>
          </ac:spMkLst>
        </pc:spChg>
        <pc:spChg chg="add del">
          <ac:chgData name="Quốc Bảo Ngô" userId="feee37ac1c8ea418" providerId="LiveId" clId="{5B504E0A-FB3E-4077-9B73-29E396ED3009}" dt="2020-02-27T13:48:29.852" v="65" actId="478"/>
          <ac:spMkLst>
            <pc:docMk/>
            <pc:sldMk cId="932083535" sldId="258"/>
            <ac:spMk id="21" creationId="{DBA1291E-D35E-4EBD-9DF7-B86C16B8FD99}"/>
          </ac:spMkLst>
        </pc:spChg>
        <pc:spChg chg="add del">
          <ac:chgData name="Quốc Bảo Ngô" userId="feee37ac1c8ea418" providerId="LiveId" clId="{5B504E0A-FB3E-4077-9B73-29E396ED3009}" dt="2020-02-27T13:49:01.228" v="74" actId="26606"/>
          <ac:spMkLst>
            <pc:docMk/>
            <pc:sldMk cId="932083535" sldId="258"/>
            <ac:spMk id="25" creationId="{6753252F-4873-4F63-801D-CC719279A7D5}"/>
          </ac:spMkLst>
        </pc:spChg>
        <pc:spChg chg="add del">
          <ac:chgData name="Quốc Bảo Ngô" userId="feee37ac1c8ea418" providerId="LiveId" clId="{5B504E0A-FB3E-4077-9B73-29E396ED3009}" dt="2020-02-27T13:49:01.228" v="74" actId="26606"/>
          <ac:spMkLst>
            <pc:docMk/>
            <pc:sldMk cId="932083535" sldId="258"/>
            <ac:spMk id="27" creationId="{047C8CCB-F95D-4249-92DD-651249D3535A}"/>
          </ac:spMkLst>
        </pc:spChg>
        <pc:spChg chg="add del">
          <ac:chgData name="Quốc Bảo Ngô" userId="feee37ac1c8ea418" providerId="LiveId" clId="{5B504E0A-FB3E-4077-9B73-29E396ED3009}" dt="2020-02-27T13:49:02.081" v="76" actId="26606"/>
          <ac:spMkLst>
            <pc:docMk/>
            <pc:sldMk cId="932083535" sldId="258"/>
            <ac:spMk id="29" creationId="{A4AC5506-6312-4701-8D3C-40187889A947}"/>
          </ac:spMkLst>
        </pc:spChg>
        <pc:spChg chg="add del">
          <ac:chgData name="Quốc Bảo Ngô" userId="feee37ac1c8ea418" providerId="LiveId" clId="{5B504E0A-FB3E-4077-9B73-29E396ED3009}" dt="2020-02-27T13:49:19.998" v="94" actId="26606"/>
          <ac:spMkLst>
            <pc:docMk/>
            <pc:sldMk cId="932083535" sldId="258"/>
            <ac:spMk id="31" creationId="{6753252F-4873-4F63-801D-CC719279A7D5}"/>
          </ac:spMkLst>
        </pc:spChg>
        <pc:spChg chg="add del">
          <ac:chgData name="Quốc Bảo Ngô" userId="feee37ac1c8ea418" providerId="LiveId" clId="{5B504E0A-FB3E-4077-9B73-29E396ED3009}" dt="2020-02-27T13:49:19.998" v="94" actId="26606"/>
          <ac:spMkLst>
            <pc:docMk/>
            <pc:sldMk cId="932083535" sldId="258"/>
            <ac:spMk id="32" creationId="{047C8CCB-F95D-4249-92DD-651249D3535A}"/>
          </ac:spMkLst>
        </pc:spChg>
        <pc:spChg chg="add del">
          <ac:chgData name="Quốc Bảo Ngô" userId="feee37ac1c8ea418" providerId="LiveId" clId="{5B504E0A-FB3E-4077-9B73-29E396ED3009}" dt="2020-02-27T13:49:11.305" v="79" actId="26606"/>
          <ac:spMkLst>
            <pc:docMk/>
            <pc:sldMk cId="932083535" sldId="258"/>
            <ac:spMk id="37" creationId="{D12DDE76-C203-4047-9998-63900085B5E8}"/>
          </ac:spMkLst>
        </pc:spChg>
        <pc:spChg chg="add del">
          <ac:chgData name="Quốc Bảo Ngô" userId="feee37ac1c8ea418" providerId="LiveId" clId="{5B504E0A-FB3E-4077-9B73-29E396ED3009}" dt="2020-02-27T13:49:12.372" v="81" actId="26606"/>
          <ac:spMkLst>
            <pc:docMk/>
            <pc:sldMk cId="932083535" sldId="258"/>
            <ac:spMk id="39" creationId="{9A0576B0-CD8C-4661-95C8-A9F2CE7CDDB0}"/>
          </ac:spMkLst>
        </pc:spChg>
        <pc:spChg chg="add del">
          <ac:chgData name="Quốc Bảo Ngô" userId="feee37ac1c8ea418" providerId="LiveId" clId="{5B504E0A-FB3E-4077-9B73-29E396ED3009}" dt="2020-02-27T13:49:12.372" v="81" actId="26606"/>
          <ac:spMkLst>
            <pc:docMk/>
            <pc:sldMk cId="932083535" sldId="258"/>
            <ac:spMk id="40" creationId="{605494DE-B078-4D87-BB01-C84320618DAD}"/>
          </ac:spMkLst>
        </pc:spChg>
        <pc:spChg chg="add del">
          <ac:chgData name="Quốc Bảo Ngô" userId="feee37ac1c8ea418" providerId="LiveId" clId="{5B504E0A-FB3E-4077-9B73-29E396ED3009}" dt="2020-02-27T13:49:12.372" v="81" actId="26606"/>
          <ac:spMkLst>
            <pc:docMk/>
            <pc:sldMk cId="932083535" sldId="258"/>
            <ac:spMk id="41" creationId="{3FF60E2B-3919-423C-B1FF-56CDE6681165}"/>
          </ac:spMkLst>
        </pc:spChg>
        <pc:spChg chg="add del">
          <ac:chgData name="Quốc Bảo Ngô" userId="feee37ac1c8ea418" providerId="LiveId" clId="{5B504E0A-FB3E-4077-9B73-29E396ED3009}" dt="2020-02-27T13:49:13.428" v="83" actId="26606"/>
          <ac:spMkLst>
            <pc:docMk/>
            <pc:sldMk cId="932083535" sldId="258"/>
            <ac:spMk id="43" creationId="{A4AC5506-6312-4701-8D3C-40187889A947}"/>
          </ac:spMkLst>
        </pc:spChg>
        <pc:spChg chg="add del">
          <ac:chgData name="Quốc Bảo Ngô" userId="feee37ac1c8ea418" providerId="LiveId" clId="{5B504E0A-FB3E-4077-9B73-29E396ED3009}" dt="2020-02-27T13:49:15.144" v="85" actId="26606"/>
          <ac:spMkLst>
            <pc:docMk/>
            <pc:sldMk cId="932083535" sldId="258"/>
            <ac:spMk id="45" creationId="{D12DDE76-C203-4047-9998-63900085B5E8}"/>
          </ac:spMkLst>
        </pc:spChg>
        <pc:spChg chg="add del">
          <ac:chgData name="Quốc Bảo Ngô" userId="feee37ac1c8ea418" providerId="LiveId" clId="{5B504E0A-FB3E-4077-9B73-29E396ED3009}" dt="2020-02-27T13:49:17.090" v="87" actId="26606"/>
          <ac:spMkLst>
            <pc:docMk/>
            <pc:sldMk cId="932083535" sldId="258"/>
            <ac:spMk id="47" creationId="{2CCAFB3E-E6E2-4587-A5FC-061F9AED9AF2}"/>
          </ac:spMkLst>
        </pc:spChg>
        <pc:spChg chg="add del">
          <ac:chgData name="Quốc Bảo Ngô" userId="feee37ac1c8ea418" providerId="LiveId" clId="{5B504E0A-FB3E-4077-9B73-29E396ED3009}" dt="2020-02-27T13:49:17.090" v="87" actId="26606"/>
          <ac:spMkLst>
            <pc:docMk/>
            <pc:sldMk cId="932083535" sldId="258"/>
            <ac:spMk id="49" creationId="{640086A0-762B-44EE-AA70-A7268A72ACC3}"/>
          </ac:spMkLst>
        </pc:spChg>
        <pc:spChg chg="add del">
          <ac:chgData name="Quốc Bảo Ngô" userId="feee37ac1c8ea418" providerId="LiveId" clId="{5B504E0A-FB3E-4077-9B73-29E396ED3009}" dt="2020-02-27T13:49:18.057" v="89" actId="26606"/>
          <ac:spMkLst>
            <pc:docMk/>
            <pc:sldMk cId="932083535" sldId="258"/>
            <ac:spMk id="51" creationId="{1707FC24-6981-43D9-B525-C7832BA22463}"/>
          </ac:spMkLst>
        </pc:spChg>
        <pc:spChg chg="add del">
          <ac:chgData name="Quốc Bảo Ngô" userId="feee37ac1c8ea418" providerId="LiveId" clId="{5B504E0A-FB3E-4077-9B73-29E396ED3009}" dt="2020-02-27T13:49:19.099" v="91" actId="26606"/>
          <ac:spMkLst>
            <pc:docMk/>
            <pc:sldMk cId="932083535" sldId="258"/>
            <ac:spMk id="53" creationId="{605494DE-B078-4D87-BB01-C84320618DAD}"/>
          </ac:spMkLst>
        </pc:spChg>
        <pc:spChg chg="add del">
          <ac:chgData name="Quốc Bảo Ngô" userId="feee37ac1c8ea418" providerId="LiveId" clId="{5B504E0A-FB3E-4077-9B73-29E396ED3009}" dt="2020-02-27T13:49:19.099" v="91" actId="26606"/>
          <ac:spMkLst>
            <pc:docMk/>
            <pc:sldMk cId="932083535" sldId="258"/>
            <ac:spMk id="54" creationId="{9A0576B0-CD8C-4661-95C8-A9F2CE7CDDB0}"/>
          </ac:spMkLst>
        </pc:spChg>
        <pc:spChg chg="add del">
          <ac:chgData name="Quốc Bảo Ngô" userId="feee37ac1c8ea418" providerId="LiveId" clId="{5B504E0A-FB3E-4077-9B73-29E396ED3009}" dt="2020-02-27T13:49:19.099" v="91" actId="26606"/>
          <ac:spMkLst>
            <pc:docMk/>
            <pc:sldMk cId="932083535" sldId="258"/>
            <ac:spMk id="55" creationId="{3FF60E2B-3919-423C-B1FF-56CDE6681165}"/>
          </ac:spMkLst>
        </pc:spChg>
        <pc:spChg chg="add del">
          <ac:chgData name="Quốc Bảo Ngô" userId="feee37ac1c8ea418" providerId="LiveId" clId="{5B504E0A-FB3E-4077-9B73-29E396ED3009}" dt="2020-02-27T13:49:19.991" v="93" actId="26606"/>
          <ac:spMkLst>
            <pc:docMk/>
            <pc:sldMk cId="932083535" sldId="258"/>
            <ac:spMk id="57" creationId="{A4AC5506-6312-4701-8D3C-40187889A947}"/>
          </ac:spMkLst>
        </pc:spChg>
        <pc:spChg chg="add del">
          <ac:chgData name="Quốc Bảo Ngô" userId="feee37ac1c8ea418" providerId="LiveId" clId="{5B504E0A-FB3E-4077-9B73-29E396ED3009}" dt="2020-02-27T13:51:41.084" v="105" actId="26606"/>
          <ac:spMkLst>
            <pc:docMk/>
            <pc:sldMk cId="932083535" sldId="258"/>
            <ac:spMk id="59" creationId="{D12DDE76-C203-4047-9998-63900085B5E8}"/>
          </ac:spMkLst>
        </pc:spChg>
        <pc:spChg chg="add del">
          <ac:chgData name="Quốc Bảo Ngô" userId="feee37ac1c8ea418" providerId="LiveId" clId="{5B504E0A-FB3E-4077-9B73-29E396ED3009}" dt="2020-02-27T13:51:35.189" v="96" actId="26606"/>
          <ac:spMkLst>
            <pc:docMk/>
            <pc:sldMk cId="932083535" sldId="258"/>
            <ac:spMk id="64" creationId="{6753252F-4873-4F63-801D-CC719279A7D5}"/>
          </ac:spMkLst>
        </pc:spChg>
        <pc:spChg chg="add del">
          <ac:chgData name="Quốc Bảo Ngô" userId="feee37ac1c8ea418" providerId="LiveId" clId="{5B504E0A-FB3E-4077-9B73-29E396ED3009}" dt="2020-02-27T13:51:35.189" v="96" actId="26606"/>
          <ac:spMkLst>
            <pc:docMk/>
            <pc:sldMk cId="932083535" sldId="258"/>
            <ac:spMk id="66" creationId="{047C8CCB-F95D-4249-92DD-651249D3535A}"/>
          </ac:spMkLst>
        </pc:spChg>
        <pc:spChg chg="add del">
          <ac:chgData name="Quốc Bảo Ngô" userId="feee37ac1c8ea418" providerId="LiveId" clId="{5B504E0A-FB3E-4077-9B73-29E396ED3009}" dt="2020-02-27T13:51:36.206" v="98" actId="26606"/>
          <ac:spMkLst>
            <pc:docMk/>
            <pc:sldMk cId="932083535" sldId="258"/>
            <ac:spMk id="68" creationId="{A4AC5506-6312-4701-8D3C-40187889A947}"/>
          </ac:spMkLst>
        </pc:spChg>
        <pc:spChg chg="add del">
          <ac:chgData name="Quốc Bảo Ngô" userId="feee37ac1c8ea418" providerId="LiveId" clId="{5B504E0A-FB3E-4077-9B73-29E396ED3009}" dt="2020-02-27T13:51:37.406" v="100" actId="26606"/>
          <ac:spMkLst>
            <pc:docMk/>
            <pc:sldMk cId="932083535" sldId="258"/>
            <ac:spMk id="70" creationId="{D12DDE76-C203-4047-9998-63900085B5E8}"/>
          </ac:spMkLst>
        </pc:spChg>
        <pc:spChg chg="add del">
          <ac:chgData name="Quốc Bảo Ngô" userId="feee37ac1c8ea418" providerId="LiveId" clId="{5B504E0A-FB3E-4077-9B73-29E396ED3009}" dt="2020-02-27T13:51:40.621" v="102" actId="26606"/>
          <ac:spMkLst>
            <pc:docMk/>
            <pc:sldMk cId="932083535" sldId="258"/>
            <ac:spMk id="72" creationId="{6753252F-4873-4F63-801D-CC719279A7D5}"/>
          </ac:spMkLst>
        </pc:spChg>
        <pc:spChg chg="add del">
          <ac:chgData name="Quốc Bảo Ngô" userId="feee37ac1c8ea418" providerId="LiveId" clId="{5B504E0A-FB3E-4077-9B73-29E396ED3009}" dt="2020-02-27T13:51:40.621" v="102" actId="26606"/>
          <ac:spMkLst>
            <pc:docMk/>
            <pc:sldMk cId="932083535" sldId="258"/>
            <ac:spMk id="73" creationId="{047C8CCB-F95D-4249-92DD-651249D3535A}"/>
          </ac:spMkLst>
        </pc:spChg>
        <pc:spChg chg="add del">
          <ac:chgData name="Quốc Bảo Ngô" userId="feee37ac1c8ea418" providerId="LiveId" clId="{5B504E0A-FB3E-4077-9B73-29E396ED3009}" dt="2020-02-27T13:51:41.080" v="104" actId="26606"/>
          <ac:spMkLst>
            <pc:docMk/>
            <pc:sldMk cId="932083535" sldId="258"/>
            <ac:spMk id="75" creationId="{A4AC5506-6312-4701-8D3C-40187889A947}"/>
          </ac:spMkLst>
        </pc:spChg>
        <pc:spChg chg="add">
          <ac:chgData name="Quốc Bảo Ngô" userId="feee37ac1c8ea418" providerId="LiveId" clId="{5B504E0A-FB3E-4077-9B73-29E396ED3009}" dt="2020-02-27T13:51:41.084" v="105" actId="26606"/>
          <ac:spMkLst>
            <pc:docMk/>
            <pc:sldMk cId="932083535" sldId="258"/>
            <ac:spMk id="77" creationId="{D12DDE76-C203-4047-9998-63900085B5E8}"/>
          </ac:spMkLst>
        </pc:spChg>
        <pc:picChg chg="add del mod">
          <ac:chgData name="Quốc Bảo Ngô" userId="feee37ac1c8ea418" providerId="LiveId" clId="{5B504E0A-FB3E-4077-9B73-29E396ED3009}" dt="2020-02-27T13:48:49.636" v="68" actId="478"/>
          <ac:picMkLst>
            <pc:docMk/>
            <pc:sldMk cId="932083535" sldId="258"/>
            <ac:picMk id="4" creationId="{2C677C0D-F0D7-473B-9608-EB03D2964242}"/>
          </ac:picMkLst>
        </pc:picChg>
        <pc:picChg chg="add mod">
          <ac:chgData name="Quốc Bảo Ngô" userId="feee37ac1c8ea418" providerId="LiveId" clId="{5B504E0A-FB3E-4077-9B73-29E396ED3009}" dt="2020-02-27T13:51:44.113" v="106" actId="27614"/>
          <ac:picMkLst>
            <pc:docMk/>
            <pc:sldMk cId="932083535" sldId="258"/>
            <ac:picMk id="5" creationId="{48703F10-9D70-4AA8-9EB6-EA179FDD4656}"/>
          </ac:picMkLst>
        </pc:picChg>
        <pc:picChg chg="add del">
          <ac:chgData name="Quốc Bảo Ngô" userId="feee37ac1c8ea418" providerId="LiveId" clId="{5B504E0A-FB3E-4077-9B73-29E396ED3009}" dt="2020-02-27T13:49:17.090" v="87" actId="26606"/>
          <ac:picMkLst>
            <pc:docMk/>
            <pc:sldMk cId="932083535" sldId="258"/>
            <ac:picMk id="48" creationId="{5975841F-9161-4650-BCE5-20FFE7E29615}"/>
          </ac:picMkLst>
        </pc:picChg>
      </pc:sldChg>
      <pc:sldChg chg="addSp delSp modSp add mod modTransition setBg modAnim setClrOvrMap">
        <pc:chgData name="Quốc Bảo Ngô" userId="feee37ac1c8ea418" providerId="LiveId" clId="{5B504E0A-FB3E-4077-9B73-29E396ED3009}" dt="2020-02-27T14:44:56.859" v="1366"/>
        <pc:sldMkLst>
          <pc:docMk/>
          <pc:sldMk cId="1182698383" sldId="259"/>
        </pc:sldMkLst>
        <pc:spChg chg="mod">
          <ac:chgData name="Quốc Bảo Ngô" userId="feee37ac1c8ea418" providerId="LiveId" clId="{5B504E0A-FB3E-4077-9B73-29E396ED3009}" dt="2020-02-27T14:11:17.416" v="619" actId="1076"/>
          <ac:spMkLst>
            <pc:docMk/>
            <pc:sldMk cId="1182698383" sldId="259"/>
            <ac:spMk id="2" creationId="{DEFF0085-E1C5-41E8-ACE6-CA68CE380E9C}"/>
          </ac:spMkLst>
        </pc:spChg>
        <pc:spChg chg="mod ord">
          <ac:chgData name="Quốc Bảo Ngô" userId="feee37ac1c8ea418" providerId="LiveId" clId="{5B504E0A-FB3E-4077-9B73-29E396ED3009}" dt="2020-02-27T14:10:47.988" v="616" actId="255"/>
          <ac:spMkLst>
            <pc:docMk/>
            <pc:sldMk cId="1182698383" sldId="259"/>
            <ac:spMk id="3" creationId="{402EC285-36D3-4F44-95AE-76850DB7A3C4}"/>
          </ac:spMkLst>
        </pc:spChg>
        <pc:spChg chg="add del">
          <ac:chgData name="Quốc Bảo Ngô" userId="feee37ac1c8ea418" providerId="LiveId" clId="{5B504E0A-FB3E-4077-9B73-29E396ED3009}" dt="2020-02-27T14:07:46.448" v="559" actId="26606"/>
          <ac:spMkLst>
            <pc:docMk/>
            <pc:sldMk cId="1182698383" sldId="259"/>
            <ac:spMk id="13" creationId="{33CD251C-A887-4D2F-925B-FC097198538B}"/>
          </ac:spMkLst>
        </pc:spChg>
        <pc:spChg chg="add del">
          <ac:chgData name="Quốc Bảo Ngô" userId="feee37ac1c8ea418" providerId="LiveId" clId="{5B504E0A-FB3E-4077-9B73-29E396ED3009}" dt="2020-02-27T14:07:46.448" v="559" actId="26606"/>
          <ac:spMkLst>
            <pc:docMk/>
            <pc:sldMk cId="1182698383" sldId="259"/>
            <ac:spMk id="15" creationId="{3B2069EE-A08E-44F0-B3F9-3CF8CC2DCAD5}"/>
          </ac:spMkLst>
        </pc:spChg>
        <pc:spChg chg="add del">
          <ac:chgData name="Quốc Bảo Ngô" userId="feee37ac1c8ea418" providerId="LiveId" clId="{5B504E0A-FB3E-4077-9B73-29E396ED3009}" dt="2020-02-27T14:07:52.409" v="571" actId="26606"/>
          <ac:spMkLst>
            <pc:docMk/>
            <pc:sldMk cId="1182698383" sldId="259"/>
            <ac:spMk id="19" creationId="{8C07AF1D-AB44-447B-BC2F-DBECCC06C02A}"/>
          </ac:spMkLst>
        </pc:spChg>
        <pc:spChg chg="add del">
          <ac:chgData name="Quốc Bảo Ngô" userId="feee37ac1c8ea418" providerId="LiveId" clId="{5B504E0A-FB3E-4077-9B73-29E396ED3009}" dt="2020-02-27T14:07:47.939" v="561" actId="26606"/>
          <ac:spMkLst>
            <pc:docMk/>
            <pc:sldMk cId="1182698383" sldId="259"/>
            <ac:spMk id="21" creationId="{0035A30C-45F3-4EFB-B2E8-6E2A11843D39}"/>
          </ac:spMkLst>
        </pc:spChg>
        <pc:spChg chg="add del">
          <ac:chgData name="Quốc Bảo Ngô" userId="feee37ac1c8ea418" providerId="LiveId" clId="{5B504E0A-FB3E-4077-9B73-29E396ED3009}" dt="2020-02-27T14:07:47.939" v="561" actId="26606"/>
          <ac:spMkLst>
            <pc:docMk/>
            <pc:sldMk cId="1182698383" sldId="259"/>
            <ac:spMk id="22" creationId="{799A8B4F-0FED-46C0-9186-5A8E116D8744}"/>
          </ac:spMkLst>
        </pc:spChg>
        <pc:spChg chg="add del">
          <ac:chgData name="Quốc Bảo Ngô" userId="feee37ac1c8ea418" providerId="LiveId" clId="{5B504E0A-FB3E-4077-9B73-29E396ED3009}" dt="2020-02-27T14:07:47.939" v="561" actId="26606"/>
          <ac:spMkLst>
            <pc:docMk/>
            <pc:sldMk cId="1182698383" sldId="259"/>
            <ac:spMk id="24" creationId="{38A69B74-22E3-47CC-823F-18BE7930C814}"/>
          </ac:spMkLst>
        </pc:spChg>
        <pc:spChg chg="add del">
          <ac:chgData name="Quốc Bảo Ngô" userId="feee37ac1c8ea418" providerId="LiveId" clId="{5B504E0A-FB3E-4077-9B73-29E396ED3009}" dt="2020-02-27T14:07:47.939" v="561" actId="26606"/>
          <ac:spMkLst>
            <pc:docMk/>
            <pc:sldMk cId="1182698383" sldId="259"/>
            <ac:spMk id="25" creationId="{1778637B-5DB8-4A75-B2E6-FC2B1BB9A7DB}"/>
          </ac:spMkLst>
        </pc:spChg>
        <pc:spChg chg="add del">
          <ac:chgData name="Quốc Bảo Ngô" userId="feee37ac1c8ea418" providerId="LiveId" clId="{5B504E0A-FB3E-4077-9B73-29E396ED3009}" dt="2020-02-27T14:07:48.489" v="563" actId="26606"/>
          <ac:spMkLst>
            <pc:docMk/>
            <pc:sldMk cId="1182698383" sldId="259"/>
            <ac:spMk id="27" creationId="{33CD251C-A887-4D2F-925B-FC097198538B}"/>
          </ac:spMkLst>
        </pc:spChg>
        <pc:spChg chg="add del">
          <ac:chgData name="Quốc Bảo Ngô" userId="feee37ac1c8ea418" providerId="LiveId" clId="{5B504E0A-FB3E-4077-9B73-29E396ED3009}" dt="2020-02-27T14:07:48.489" v="563" actId="26606"/>
          <ac:spMkLst>
            <pc:docMk/>
            <pc:sldMk cId="1182698383" sldId="259"/>
            <ac:spMk id="28" creationId="{3B2069EE-A08E-44F0-B3F9-3CF8CC2DCAD5}"/>
          </ac:spMkLst>
        </pc:spChg>
        <pc:spChg chg="add del">
          <ac:chgData name="Quốc Bảo Ngô" userId="feee37ac1c8ea418" providerId="LiveId" clId="{5B504E0A-FB3E-4077-9B73-29E396ED3009}" dt="2020-02-27T14:07:49.201" v="565" actId="26606"/>
          <ac:spMkLst>
            <pc:docMk/>
            <pc:sldMk cId="1182698383" sldId="259"/>
            <ac:spMk id="31" creationId="{003713C1-2FB2-413B-BF91-3AE41726FB7A}"/>
          </ac:spMkLst>
        </pc:spChg>
        <pc:spChg chg="add del">
          <ac:chgData name="Quốc Bảo Ngô" userId="feee37ac1c8ea418" providerId="LiveId" clId="{5B504E0A-FB3E-4077-9B73-29E396ED3009}" dt="2020-02-27T14:07:49.201" v="565" actId="26606"/>
          <ac:spMkLst>
            <pc:docMk/>
            <pc:sldMk cId="1182698383" sldId="259"/>
            <ac:spMk id="32" creationId="{90795B4D-5022-4A7F-A01D-8D880B7CDBE6}"/>
          </ac:spMkLst>
        </pc:spChg>
        <pc:spChg chg="add del">
          <ac:chgData name="Quốc Bảo Ngô" userId="feee37ac1c8ea418" providerId="LiveId" clId="{5B504E0A-FB3E-4077-9B73-29E396ED3009}" dt="2020-02-27T14:07:49.201" v="565" actId="26606"/>
          <ac:spMkLst>
            <pc:docMk/>
            <pc:sldMk cId="1182698383" sldId="259"/>
            <ac:spMk id="33" creationId="{AFD19018-DE7C-4796-ADF2-AD2EB0FC0D9C}"/>
          </ac:spMkLst>
        </pc:spChg>
        <pc:spChg chg="add del">
          <ac:chgData name="Quốc Bảo Ngô" userId="feee37ac1c8ea418" providerId="LiveId" clId="{5B504E0A-FB3E-4077-9B73-29E396ED3009}" dt="2020-02-27T14:07:49.201" v="565" actId="26606"/>
          <ac:spMkLst>
            <pc:docMk/>
            <pc:sldMk cId="1182698383" sldId="259"/>
            <ac:spMk id="34" creationId="{B1A0A2C2-4F85-44AF-8708-8DCA4B550CB8}"/>
          </ac:spMkLst>
        </pc:spChg>
        <pc:spChg chg="add del">
          <ac:chgData name="Quốc Bảo Ngô" userId="feee37ac1c8ea418" providerId="LiveId" clId="{5B504E0A-FB3E-4077-9B73-29E396ED3009}" dt="2020-02-27T14:07:50.127" v="567" actId="26606"/>
          <ac:spMkLst>
            <pc:docMk/>
            <pc:sldMk cId="1182698383" sldId="259"/>
            <ac:spMk id="36" creationId="{1135A26D-9D47-467E-91F1-31149BF0D213}"/>
          </ac:spMkLst>
        </pc:spChg>
        <pc:spChg chg="add del">
          <ac:chgData name="Quốc Bảo Ngô" userId="feee37ac1c8ea418" providerId="LiveId" clId="{5B504E0A-FB3E-4077-9B73-29E396ED3009}" dt="2020-02-27T14:07:50.127" v="567" actId="26606"/>
          <ac:spMkLst>
            <pc:docMk/>
            <pc:sldMk cId="1182698383" sldId="259"/>
            <ac:spMk id="37" creationId="{CB147A70-DC29-4DDF-A34C-2B82C6E2295E}"/>
          </ac:spMkLst>
        </pc:spChg>
        <pc:spChg chg="add del">
          <ac:chgData name="Quốc Bảo Ngô" userId="feee37ac1c8ea418" providerId="LiveId" clId="{5B504E0A-FB3E-4077-9B73-29E396ED3009}" dt="2020-02-27T14:07:50.127" v="567" actId="26606"/>
          <ac:spMkLst>
            <pc:docMk/>
            <pc:sldMk cId="1182698383" sldId="259"/>
            <ac:spMk id="38" creationId="{3B438362-1E1E-4C62-A99E-4134CB16366C}"/>
          </ac:spMkLst>
        </pc:spChg>
        <pc:spChg chg="add del">
          <ac:chgData name="Quốc Bảo Ngô" userId="feee37ac1c8ea418" providerId="LiveId" clId="{5B504E0A-FB3E-4077-9B73-29E396ED3009}" dt="2020-02-27T14:07:50.127" v="567" actId="26606"/>
          <ac:spMkLst>
            <pc:docMk/>
            <pc:sldMk cId="1182698383" sldId="259"/>
            <ac:spMk id="39" creationId="{6C077334-5571-4B83-A83E-4CCCFA7B5E8A}"/>
          </ac:spMkLst>
        </pc:spChg>
        <pc:spChg chg="add del">
          <ac:chgData name="Quốc Bảo Ngô" userId="feee37ac1c8ea418" providerId="LiveId" clId="{5B504E0A-FB3E-4077-9B73-29E396ED3009}" dt="2020-02-27T14:07:50.127" v="567" actId="26606"/>
          <ac:spMkLst>
            <pc:docMk/>
            <pc:sldMk cId="1182698383" sldId="259"/>
            <ac:spMk id="40" creationId="{4D3DC50D-CA0F-48F9-B17E-20D8669AA4E0}"/>
          </ac:spMkLst>
        </pc:spChg>
        <pc:spChg chg="add del">
          <ac:chgData name="Quốc Bảo Ngô" userId="feee37ac1c8ea418" providerId="LiveId" clId="{5B504E0A-FB3E-4077-9B73-29E396ED3009}" dt="2020-02-27T14:07:50.127" v="567" actId="26606"/>
          <ac:spMkLst>
            <pc:docMk/>
            <pc:sldMk cId="1182698383" sldId="259"/>
            <ac:spMk id="41" creationId="{D1B80E9C-CF8A-440B-B8F5-54BF121BF458}"/>
          </ac:spMkLst>
        </pc:spChg>
        <pc:spChg chg="add del">
          <ac:chgData name="Quốc Bảo Ngô" userId="feee37ac1c8ea418" providerId="LiveId" clId="{5B504E0A-FB3E-4077-9B73-29E396ED3009}" dt="2020-02-27T14:07:51.815" v="569" actId="26606"/>
          <ac:spMkLst>
            <pc:docMk/>
            <pc:sldMk cId="1182698383" sldId="259"/>
            <ac:spMk id="43" creationId="{003713C1-2FB2-413B-BF91-3AE41726FB7A}"/>
          </ac:spMkLst>
        </pc:spChg>
        <pc:spChg chg="add del">
          <ac:chgData name="Quốc Bảo Ngô" userId="feee37ac1c8ea418" providerId="LiveId" clId="{5B504E0A-FB3E-4077-9B73-29E396ED3009}" dt="2020-02-27T14:07:51.815" v="569" actId="26606"/>
          <ac:spMkLst>
            <pc:docMk/>
            <pc:sldMk cId="1182698383" sldId="259"/>
            <ac:spMk id="44" creationId="{90795B4D-5022-4A7F-A01D-8D880B7CDBE6}"/>
          </ac:spMkLst>
        </pc:spChg>
        <pc:spChg chg="add del">
          <ac:chgData name="Quốc Bảo Ngô" userId="feee37ac1c8ea418" providerId="LiveId" clId="{5B504E0A-FB3E-4077-9B73-29E396ED3009}" dt="2020-02-27T14:07:51.815" v="569" actId="26606"/>
          <ac:spMkLst>
            <pc:docMk/>
            <pc:sldMk cId="1182698383" sldId="259"/>
            <ac:spMk id="45" creationId="{AFD19018-DE7C-4796-ADF2-AD2EB0FC0D9C}"/>
          </ac:spMkLst>
        </pc:spChg>
        <pc:spChg chg="add del">
          <ac:chgData name="Quốc Bảo Ngô" userId="feee37ac1c8ea418" providerId="LiveId" clId="{5B504E0A-FB3E-4077-9B73-29E396ED3009}" dt="2020-02-27T14:07:51.815" v="569" actId="26606"/>
          <ac:spMkLst>
            <pc:docMk/>
            <pc:sldMk cId="1182698383" sldId="259"/>
            <ac:spMk id="46" creationId="{B1A0A2C2-4F85-44AF-8708-8DCA4B550CB8}"/>
          </ac:spMkLst>
        </pc:spChg>
        <pc:spChg chg="add del">
          <ac:chgData name="Quốc Bảo Ngô" userId="feee37ac1c8ea418" providerId="LiveId" clId="{5B504E0A-FB3E-4077-9B73-29E396ED3009}" dt="2020-02-27T14:07:52.409" v="571" actId="26606"/>
          <ac:spMkLst>
            <pc:docMk/>
            <pc:sldMk cId="1182698383" sldId="259"/>
            <ac:spMk id="48" creationId="{7D5D2E51-A652-4FCB-ADE3-8974F2723C34}"/>
          </ac:spMkLst>
        </pc:spChg>
        <pc:spChg chg="add del">
          <ac:chgData name="Quốc Bảo Ngô" userId="feee37ac1c8ea418" providerId="LiveId" clId="{5B504E0A-FB3E-4077-9B73-29E396ED3009}" dt="2020-02-27T14:07:52.409" v="571" actId="26606"/>
          <ac:spMkLst>
            <pc:docMk/>
            <pc:sldMk cId="1182698383" sldId="259"/>
            <ac:spMk id="49" creationId="{08E18253-076D-4D89-968E-FCD8887E2B27}"/>
          </ac:spMkLst>
        </pc:spChg>
        <pc:spChg chg="add del">
          <ac:chgData name="Quốc Bảo Ngô" userId="feee37ac1c8ea418" providerId="LiveId" clId="{5B504E0A-FB3E-4077-9B73-29E396ED3009}" dt="2020-02-27T14:07:52.409" v="571" actId="26606"/>
          <ac:spMkLst>
            <pc:docMk/>
            <pc:sldMk cId="1182698383" sldId="259"/>
            <ac:spMk id="50" creationId="{F6EBCC24-DE3B-4BAD-9624-83E1C2D665DD}"/>
          </ac:spMkLst>
        </pc:spChg>
        <pc:spChg chg="add del">
          <ac:chgData name="Quốc Bảo Ngô" userId="feee37ac1c8ea418" providerId="LiveId" clId="{5B504E0A-FB3E-4077-9B73-29E396ED3009}" dt="2020-02-27T14:07:52.409" v="571" actId="26606"/>
          <ac:spMkLst>
            <pc:docMk/>
            <pc:sldMk cId="1182698383" sldId="259"/>
            <ac:spMk id="51" creationId="{6FCD70E2-BD62-41E4-975D-E58B07928F6F}"/>
          </ac:spMkLst>
        </pc:spChg>
        <pc:spChg chg="add del">
          <ac:chgData name="Quốc Bảo Ngô" userId="feee37ac1c8ea418" providerId="LiveId" clId="{5B504E0A-FB3E-4077-9B73-29E396ED3009}" dt="2020-02-27T14:07:53.030" v="573" actId="26606"/>
          <ac:spMkLst>
            <pc:docMk/>
            <pc:sldMk cId="1182698383" sldId="259"/>
            <ac:spMk id="53" creationId="{26FF42C2-EA15-4154-B242-E98E88CED99C}"/>
          </ac:spMkLst>
        </pc:spChg>
        <pc:spChg chg="add del">
          <ac:chgData name="Quốc Bảo Ngô" userId="feee37ac1c8ea418" providerId="LiveId" clId="{5B504E0A-FB3E-4077-9B73-29E396ED3009}" dt="2020-02-27T14:07:53.030" v="573" actId="26606"/>
          <ac:spMkLst>
            <pc:docMk/>
            <pc:sldMk cId="1182698383" sldId="259"/>
            <ac:spMk id="54" creationId="{D79DE9F7-28C4-4856-BA57-D696E124C137}"/>
          </ac:spMkLst>
        </pc:spChg>
        <pc:spChg chg="add del">
          <ac:chgData name="Quốc Bảo Ngô" userId="feee37ac1c8ea418" providerId="LiveId" clId="{5B504E0A-FB3E-4077-9B73-29E396ED3009}" dt="2020-02-27T14:07:53.030" v="573" actId="26606"/>
          <ac:spMkLst>
            <pc:docMk/>
            <pc:sldMk cId="1182698383" sldId="259"/>
            <ac:spMk id="55" creationId="{E1F9ED9C-121B-44C6-A308-5824769C40D5}"/>
          </ac:spMkLst>
        </pc:spChg>
        <pc:spChg chg="add del">
          <ac:chgData name="Quốc Bảo Ngô" userId="feee37ac1c8ea418" providerId="LiveId" clId="{5B504E0A-FB3E-4077-9B73-29E396ED3009}" dt="2020-02-27T14:07:53.030" v="573" actId="26606"/>
          <ac:spMkLst>
            <pc:docMk/>
            <pc:sldMk cId="1182698383" sldId="259"/>
            <ac:spMk id="56" creationId="{4A5F8185-F27B-4E99-A06C-007336FE3F2D}"/>
          </ac:spMkLst>
        </pc:spChg>
        <pc:spChg chg="add del">
          <ac:chgData name="Quốc Bảo Ngô" userId="feee37ac1c8ea418" providerId="LiveId" clId="{5B504E0A-FB3E-4077-9B73-29E396ED3009}" dt="2020-02-27T14:07:56.546" v="575" actId="26606"/>
          <ac:spMkLst>
            <pc:docMk/>
            <pc:sldMk cId="1182698383" sldId="259"/>
            <ac:spMk id="58" creationId="{7D5D2E51-A652-4FCB-ADE3-8974F2723C34}"/>
          </ac:spMkLst>
        </pc:spChg>
        <pc:spChg chg="add del">
          <ac:chgData name="Quốc Bảo Ngô" userId="feee37ac1c8ea418" providerId="LiveId" clId="{5B504E0A-FB3E-4077-9B73-29E396ED3009}" dt="2020-02-27T14:07:56.546" v="575" actId="26606"/>
          <ac:spMkLst>
            <pc:docMk/>
            <pc:sldMk cId="1182698383" sldId="259"/>
            <ac:spMk id="59" creationId="{08E18253-076D-4D89-968E-FCD8887E2B27}"/>
          </ac:spMkLst>
        </pc:spChg>
        <pc:spChg chg="add del">
          <ac:chgData name="Quốc Bảo Ngô" userId="feee37ac1c8ea418" providerId="LiveId" clId="{5B504E0A-FB3E-4077-9B73-29E396ED3009}" dt="2020-02-27T14:07:56.546" v="575" actId="26606"/>
          <ac:spMkLst>
            <pc:docMk/>
            <pc:sldMk cId="1182698383" sldId="259"/>
            <ac:spMk id="60" creationId="{F6EBCC24-DE3B-4BAD-9624-83E1C2D665DD}"/>
          </ac:spMkLst>
        </pc:spChg>
        <pc:spChg chg="add del">
          <ac:chgData name="Quốc Bảo Ngô" userId="feee37ac1c8ea418" providerId="LiveId" clId="{5B504E0A-FB3E-4077-9B73-29E396ED3009}" dt="2020-02-27T14:07:56.546" v="575" actId="26606"/>
          <ac:spMkLst>
            <pc:docMk/>
            <pc:sldMk cId="1182698383" sldId="259"/>
            <ac:spMk id="61" creationId="{8C07AF1D-AB44-447B-BC2F-DBECCC06C02A}"/>
          </ac:spMkLst>
        </pc:spChg>
        <pc:spChg chg="add del">
          <ac:chgData name="Quốc Bảo Ngô" userId="feee37ac1c8ea418" providerId="LiveId" clId="{5B504E0A-FB3E-4077-9B73-29E396ED3009}" dt="2020-02-27T14:07:56.546" v="575" actId="26606"/>
          <ac:spMkLst>
            <pc:docMk/>
            <pc:sldMk cId="1182698383" sldId="259"/>
            <ac:spMk id="62" creationId="{6FCD70E2-BD62-41E4-975D-E58B07928F6F}"/>
          </ac:spMkLst>
        </pc:spChg>
        <pc:spChg chg="add del">
          <ac:chgData name="Quốc Bảo Ngô" userId="feee37ac1c8ea418" providerId="LiveId" clId="{5B504E0A-FB3E-4077-9B73-29E396ED3009}" dt="2020-02-27T14:07:57.977" v="577" actId="26606"/>
          <ac:spMkLst>
            <pc:docMk/>
            <pc:sldMk cId="1182698383" sldId="259"/>
            <ac:spMk id="64" creationId="{33CD251C-A887-4D2F-925B-FC097198538B}"/>
          </ac:spMkLst>
        </pc:spChg>
        <pc:spChg chg="add del">
          <ac:chgData name="Quốc Bảo Ngô" userId="feee37ac1c8ea418" providerId="LiveId" clId="{5B504E0A-FB3E-4077-9B73-29E396ED3009}" dt="2020-02-27T14:07:57.977" v="577" actId="26606"/>
          <ac:spMkLst>
            <pc:docMk/>
            <pc:sldMk cId="1182698383" sldId="259"/>
            <ac:spMk id="65" creationId="{3B2069EE-A08E-44F0-B3F9-3CF8CC2DCAD5}"/>
          </ac:spMkLst>
        </pc:spChg>
        <pc:spChg chg="add del">
          <ac:chgData name="Quốc Bảo Ngô" userId="feee37ac1c8ea418" providerId="LiveId" clId="{5B504E0A-FB3E-4077-9B73-29E396ED3009}" dt="2020-02-27T14:07:58.669" v="579" actId="26606"/>
          <ac:spMkLst>
            <pc:docMk/>
            <pc:sldMk cId="1182698383" sldId="259"/>
            <ac:spMk id="69" creationId="{799A8B4F-0FED-46C0-9186-5A8E116D8744}"/>
          </ac:spMkLst>
        </pc:spChg>
        <pc:spChg chg="add del">
          <ac:chgData name="Quốc Bảo Ngô" userId="feee37ac1c8ea418" providerId="LiveId" clId="{5B504E0A-FB3E-4077-9B73-29E396ED3009}" dt="2020-02-27T14:07:58.669" v="579" actId="26606"/>
          <ac:spMkLst>
            <pc:docMk/>
            <pc:sldMk cId="1182698383" sldId="259"/>
            <ac:spMk id="71" creationId="{38A69B74-22E3-47CC-823F-18BE7930C814}"/>
          </ac:spMkLst>
        </pc:spChg>
        <pc:spChg chg="add del">
          <ac:chgData name="Quốc Bảo Ngô" userId="feee37ac1c8ea418" providerId="LiveId" clId="{5B504E0A-FB3E-4077-9B73-29E396ED3009}" dt="2020-02-27T14:07:58.669" v="579" actId="26606"/>
          <ac:spMkLst>
            <pc:docMk/>
            <pc:sldMk cId="1182698383" sldId="259"/>
            <ac:spMk id="72" creationId="{1778637B-5DB8-4A75-B2E6-FC2B1BB9A7DB}"/>
          </ac:spMkLst>
        </pc:spChg>
        <pc:spChg chg="add del">
          <ac:chgData name="Quốc Bảo Ngô" userId="feee37ac1c8ea418" providerId="LiveId" clId="{5B504E0A-FB3E-4077-9B73-29E396ED3009}" dt="2020-02-27T14:07:58.669" v="579" actId="26606"/>
          <ac:spMkLst>
            <pc:docMk/>
            <pc:sldMk cId="1182698383" sldId="259"/>
            <ac:spMk id="73" creationId="{0035A30C-45F3-4EFB-B2E8-6E2A11843D39}"/>
          </ac:spMkLst>
        </pc:spChg>
        <pc:spChg chg="add del">
          <ac:chgData name="Quốc Bảo Ngô" userId="feee37ac1c8ea418" providerId="LiveId" clId="{5B504E0A-FB3E-4077-9B73-29E396ED3009}" dt="2020-02-27T14:07:59.729" v="581" actId="26606"/>
          <ac:spMkLst>
            <pc:docMk/>
            <pc:sldMk cId="1182698383" sldId="259"/>
            <ac:spMk id="75" creationId="{003713C1-2FB2-413B-BF91-3AE41726FB7A}"/>
          </ac:spMkLst>
        </pc:spChg>
        <pc:spChg chg="add del">
          <ac:chgData name="Quốc Bảo Ngô" userId="feee37ac1c8ea418" providerId="LiveId" clId="{5B504E0A-FB3E-4077-9B73-29E396ED3009}" dt="2020-02-27T14:07:59.729" v="581" actId="26606"/>
          <ac:spMkLst>
            <pc:docMk/>
            <pc:sldMk cId="1182698383" sldId="259"/>
            <ac:spMk id="76" creationId="{90795B4D-5022-4A7F-A01D-8D880B7CDBE6}"/>
          </ac:spMkLst>
        </pc:spChg>
        <pc:spChg chg="add del">
          <ac:chgData name="Quốc Bảo Ngô" userId="feee37ac1c8ea418" providerId="LiveId" clId="{5B504E0A-FB3E-4077-9B73-29E396ED3009}" dt="2020-02-27T14:07:59.729" v="581" actId="26606"/>
          <ac:spMkLst>
            <pc:docMk/>
            <pc:sldMk cId="1182698383" sldId="259"/>
            <ac:spMk id="77" creationId="{AFD19018-DE7C-4796-ADF2-AD2EB0FC0D9C}"/>
          </ac:spMkLst>
        </pc:spChg>
        <pc:spChg chg="add del">
          <ac:chgData name="Quốc Bảo Ngô" userId="feee37ac1c8ea418" providerId="LiveId" clId="{5B504E0A-FB3E-4077-9B73-29E396ED3009}" dt="2020-02-27T14:07:59.729" v="581" actId="26606"/>
          <ac:spMkLst>
            <pc:docMk/>
            <pc:sldMk cId="1182698383" sldId="259"/>
            <ac:spMk id="78" creationId="{B1A0A2C2-4F85-44AF-8708-8DCA4B550CB8}"/>
          </ac:spMkLst>
        </pc:spChg>
        <pc:spChg chg="add del">
          <ac:chgData name="Quốc Bảo Ngô" userId="feee37ac1c8ea418" providerId="LiveId" clId="{5B504E0A-FB3E-4077-9B73-29E396ED3009}" dt="2020-02-27T14:08:02.233" v="583" actId="26606"/>
          <ac:spMkLst>
            <pc:docMk/>
            <pc:sldMk cId="1182698383" sldId="259"/>
            <ac:spMk id="80" creationId="{799A8B4F-0FED-46C0-9186-5A8E116D8744}"/>
          </ac:spMkLst>
        </pc:spChg>
        <pc:spChg chg="add del">
          <ac:chgData name="Quốc Bảo Ngô" userId="feee37ac1c8ea418" providerId="LiveId" clId="{5B504E0A-FB3E-4077-9B73-29E396ED3009}" dt="2020-02-27T14:08:02.233" v="583" actId="26606"/>
          <ac:spMkLst>
            <pc:docMk/>
            <pc:sldMk cId="1182698383" sldId="259"/>
            <ac:spMk id="82" creationId="{38A69B74-22E3-47CC-823F-18BE7930C814}"/>
          </ac:spMkLst>
        </pc:spChg>
        <pc:spChg chg="add del">
          <ac:chgData name="Quốc Bảo Ngô" userId="feee37ac1c8ea418" providerId="LiveId" clId="{5B504E0A-FB3E-4077-9B73-29E396ED3009}" dt="2020-02-27T14:08:02.233" v="583" actId="26606"/>
          <ac:spMkLst>
            <pc:docMk/>
            <pc:sldMk cId="1182698383" sldId="259"/>
            <ac:spMk id="83" creationId="{1778637B-5DB8-4A75-B2E6-FC2B1BB9A7DB}"/>
          </ac:spMkLst>
        </pc:spChg>
        <pc:spChg chg="add del">
          <ac:chgData name="Quốc Bảo Ngô" userId="feee37ac1c8ea418" providerId="LiveId" clId="{5B504E0A-FB3E-4077-9B73-29E396ED3009}" dt="2020-02-27T14:08:02.233" v="583" actId="26606"/>
          <ac:spMkLst>
            <pc:docMk/>
            <pc:sldMk cId="1182698383" sldId="259"/>
            <ac:spMk id="84" creationId="{0035A30C-45F3-4EFB-B2E8-6E2A11843D39}"/>
          </ac:spMkLst>
        </pc:spChg>
        <pc:spChg chg="add del">
          <ac:chgData name="Quốc Bảo Ngô" userId="feee37ac1c8ea418" providerId="LiveId" clId="{5B504E0A-FB3E-4077-9B73-29E396ED3009}" dt="2020-02-27T14:08:03.376" v="585" actId="26606"/>
          <ac:spMkLst>
            <pc:docMk/>
            <pc:sldMk cId="1182698383" sldId="259"/>
            <ac:spMk id="86" creationId="{33CD251C-A887-4D2F-925B-FC097198538B}"/>
          </ac:spMkLst>
        </pc:spChg>
        <pc:spChg chg="add del">
          <ac:chgData name="Quốc Bảo Ngô" userId="feee37ac1c8ea418" providerId="LiveId" clId="{5B504E0A-FB3E-4077-9B73-29E396ED3009}" dt="2020-02-27T14:08:03.376" v="585" actId="26606"/>
          <ac:spMkLst>
            <pc:docMk/>
            <pc:sldMk cId="1182698383" sldId="259"/>
            <ac:spMk id="87" creationId="{A197ED0A-B81D-42D0-8473-5D9A8696BC44}"/>
          </ac:spMkLst>
        </pc:spChg>
        <pc:spChg chg="add del">
          <ac:chgData name="Quốc Bảo Ngô" userId="feee37ac1c8ea418" providerId="LiveId" clId="{5B504E0A-FB3E-4077-9B73-29E396ED3009}" dt="2020-02-27T14:08:03.376" v="585" actId="26606"/>
          <ac:spMkLst>
            <pc:docMk/>
            <pc:sldMk cId="1182698383" sldId="259"/>
            <ac:spMk id="88" creationId="{CDBDAFF1-4C0C-45F1-9FD2-605B1F620C02}"/>
          </ac:spMkLst>
        </pc:spChg>
        <pc:spChg chg="add del">
          <ac:chgData name="Quốc Bảo Ngô" userId="feee37ac1c8ea418" providerId="LiveId" clId="{5B504E0A-FB3E-4077-9B73-29E396ED3009}" dt="2020-02-27T14:08:03.376" v="585" actId="26606"/>
          <ac:spMkLst>
            <pc:docMk/>
            <pc:sldMk cId="1182698383" sldId="259"/>
            <ac:spMk id="89" creationId="{BB36ADDF-2205-4CA2-9B59-AAF8D58CC993}"/>
          </ac:spMkLst>
        </pc:spChg>
        <pc:spChg chg="add del">
          <ac:chgData name="Quốc Bảo Ngô" userId="feee37ac1c8ea418" providerId="LiveId" clId="{5B504E0A-FB3E-4077-9B73-29E396ED3009}" dt="2020-02-27T14:08:03.376" v="585" actId="26606"/>
          <ac:spMkLst>
            <pc:docMk/>
            <pc:sldMk cId="1182698383" sldId="259"/>
            <ac:spMk id="90" creationId="{C9E9ABE2-90AB-4442-96DF-34D7D5B5352E}"/>
          </ac:spMkLst>
        </pc:spChg>
        <pc:spChg chg="add del">
          <ac:chgData name="Quốc Bảo Ngô" userId="feee37ac1c8ea418" providerId="LiveId" clId="{5B504E0A-FB3E-4077-9B73-29E396ED3009}" dt="2020-02-27T14:08:04.742" v="587" actId="26606"/>
          <ac:spMkLst>
            <pc:docMk/>
            <pc:sldMk cId="1182698383" sldId="259"/>
            <ac:spMk id="92" creationId="{26FF42C2-EA15-4154-B242-E98E88CED99C}"/>
          </ac:spMkLst>
        </pc:spChg>
        <pc:spChg chg="add del">
          <ac:chgData name="Quốc Bảo Ngô" userId="feee37ac1c8ea418" providerId="LiveId" clId="{5B504E0A-FB3E-4077-9B73-29E396ED3009}" dt="2020-02-27T14:08:04.742" v="587" actId="26606"/>
          <ac:spMkLst>
            <pc:docMk/>
            <pc:sldMk cId="1182698383" sldId="259"/>
            <ac:spMk id="93" creationId="{D79DE9F7-28C4-4856-BA57-D696E124C137}"/>
          </ac:spMkLst>
        </pc:spChg>
        <pc:spChg chg="add del">
          <ac:chgData name="Quốc Bảo Ngô" userId="feee37ac1c8ea418" providerId="LiveId" clId="{5B504E0A-FB3E-4077-9B73-29E396ED3009}" dt="2020-02-27T14:08:04.742" v="587" actId="26606"/>
          <ac:spMkLst>
            <pc:docMk/>
            <pc:sldMk cId="1182698383" sldId="259"/>
            <ac:spMk id="94" creationId="{E1F9ED9C-121B-44C6-A308-5824769C40D5}"/>
          </ac:spMkLst>
        </pc:spChg>
        <pc:spChg chg="add del">
          <ac:chgData name="Quốc Bảo Ngô" userId="feee37ac1c8ea418" providerId="LiveId" clId="{5B504E0A-FB3E-4077-9B73-29E396ED3009}" dt="2020-02-27T14:08:04.742" v="587" actId="26606"/>
          <ac:spMkLst>
            <pc:docMk/>
            <pc:sldMk cId="1182698383" sldId="259"/>
            <ac:spMk id="95" creationId="{4A5F8185-F27B-4E99-A06C-007336FE3F2D}"/>
          </ac:spMkLst>
        </pc:spChg>
        <pc:spChg chg="add del">
          <ac:chgData name="Quốc Bảo Ngô" userId="feee37ac1c8ea418" providerId="LiveId" clId="{5B504E0A-FB3E-4077-9B73-29E396ED3009}" dt="2020-02-27T14:08:07.257" v="589" actId="26606"/>
          <ac:spMkLst>
            <pc:docMk/>
            <pc:sldMk cId="1182698383" sldId="259"/>
            <ac:spMk id="97" creationId="{33CD251C-A887-4D2F-925B-FC097198538B}"/>
          </ac:spMkLst>
        </pc:spChg>
        <pc:spChg chg="add del">
          <ac:chgData name="Quốc Bảo Ngô" userId="feee37ac1c8ea418" providerId="LiveId" clId="{5B504E0A-FB3E-4077-9B73-29E396ED3009}" dt="2020-02-27T14:08:07.257" v="589" actId="26606"/>
          <ac:spMkLst>
            <pc:docMk/>
            <pc:sldMk cId="1182698383" sldId="259"/>
            <ac:spMk id="98" creationId="{3B2069EE-A08E-44F0-B3F9-3CF8CC2DCAD5}"/>
          </ac:spMkLst>
        </pc:spChg>
        <pc:spChg chg="add del">
          <ac:chgData name="Quốc Bảo Ngô" userId="feee37ac1c8ea418" providerId="LiveId" clId="{5B504E0A-FB3E-4077-9B73-29E396ED3009}" dt="2020-02-27T14:08:08.593" v="591" actId="26606"/>
          <ac:spMkLst>
            <pc:docMk/>
            <pc:sldMk cId="1182698383" sldId="259"/>
            <ac:spMk id="102" creationId="{799A8B4F-0FED-46C0-9186-5A8E116D8744}"/>
          </ac:spMkLst>
        </pc:spChg>
        <pc:spChg chg="add del">
          <ac:chgData name="Quốc Bảo Ngô" userId="feee37ac1c8ea418" providerId="LiveId" clId="{5B504E0A-FB3E-4077-9B73-29E396ED3009}" dt="2020-02-27T14:08:08.593" v="591" actId="26606"/>
          <ac:spMkLst>
            <pc:docMk/>
            <pc:sldMk cId="1182698383" sldId="259"/>
            <ac:spMk id="104" creationId="{38A69B74-22E3-47CC-823F-18BE7930C814}"/>
          </ac:spMkLst>
        </pc:spChg>
        <pc:spChg chg="add del">
          <ac:chgData name="Quốc Bảo Ngô" userId="feee37ac1c8ea418" providerId="LiveId" clId="{5B504E0A-FB3E-4077-9B73-29E396ED3009}" dt="2020-02-27T14:08:08.593" v="591" actId="26606"/>
          <ac:spMkLst>
            <pc:docMk/>
            <pc:sldMk cId="1182698383" sldId="259"/>
            <ac:spMk id="105" creationId="{1778637B-5DB8-4A75-B2E6-FC2B1BB9A7DB}"/>
          </ac:spMkLst>
        </pc:spChg>
        <pc:spChg chg="add del">
          <ac:chgData name="Quốc Bảo Ngô" userId="feee37ac1c8ea418" providerId="LiveId" clId="{5B504E0A-FB3E-4077-9B73-29E396ED3009}" dt="2020-02-27T14:08:08.593" v="591" actId="26606"/>
          <ac:spMkLst>
            <pc:docMk/>
            <pc:sldMk cId="1182698383" sldId="259"/>
            <ac:spMk id="106" creationId="{0035A30C-45F3-4EFB-B2E8-6E2A11843D39}"/>
          </ac:spMkLst>
        </pc:spChg>
        <pc:spChg chg="add">
          <ac:chgData name="Quốc Bảo Ngô" userId="feee37ac1c8ea418" providerId="LiveId" clId="{5B504E0A-FB3E-4077-9B73-29E396ED3009}" dt="2020-02-27T14:08:08.611" v="592" actId="26606"/>
          <ac:spMkLst>
            <pc:docMk/>
            <pc:sldMk cId="1182698383" sldId="259"/>
            <ac:spMk id="108" creationId="{33CD251C-A887-4D2F-925B-FC097198538B}"/>
          </ac:spMkLst>
        </pc:spChg>
        <pc:spChg chg="add">
          <ac:chgData name="Quốc Bảo Ngô" userId="feee37ac1c8ea418" providerId="LiveId" clId="{5B504E0A-FB3E-4077-9B73-29E396ED3009}" dt="2020-02-27T14:08:08.611" v="592" actId="26606"/>
          <ac:spMkLst>
            <pc:docMk/>
            <pc:sldMk cId="1182698383" sldId="259"/>
            <ac:spMk id="109" creationId="{3B2069EE-A08E-44F0-B3F9-3CF8CC2DCAD5}"/>
          </ac:spMkLst>
        </pc:spChg>
        <pc:grpChg chg="add del">
          <ac:chgData name="Quốc Bảo Ngô" userId="feee37ac1c8ea418" providerId="LiveId" clId="{5B504E0A-FB3E-4077-9B73-29E396ED3009}" dt="2020-02-27T14:07:46.448" v="559" actId="26606"/>
          <ac:grpSpMkLst>
            <pc:docMk/>
            <pc:sldMk cId="1182698383" sldId="259"/>
            <ac:grpSpMk id="17" creationId="{9C6E8597-0CCE-4A8A-9326-AA52691A1C81}"/>
          </ac:grpSpMkLst>
        </pc:grpChg>
        <pc:grpChg chg="add del">
          <ac:chgData name="Quốc Bảo Ngô" userId="feee37ac1c8ea418" providerId="LiveId" clId="{5B504E0A-FB3E-4077-9B73-29E396ED3009}" dt="2020-02-27T14:07:48.489" v="563" actId="26606"/>
          <ac:grpSpMkLst>
            <pc:docMk/>
            <pc:sldMk cId="1182698383" sldId="259"/>
            <ac:grpSpMk id="29" creationId="{9C6E8597-0CCE-4A8A-9326-AA52691A1C81}"/>
          </ac:grpSpMkLst>
        </pc:grpChg>
        <pc:grpChg chg="add del">
          <ac:chgData name="Quốc Bảo Ngô" userId="feee37ac1c8ea418" providerId="LiveId" clId="{5B504E0A-FB3E-4077-9B73-29E396ED3009}" dt="2020-02-27T14:07:57.977" v="577" actId="26606"/>
          <ac:grpSpMkLst>
            <pc:docMk/>
            <pc:sldMk cId="1182698383" sldId="259"/>
            <ac:grpSpMk id="66" creationId="{9C6E8597-0CCE-4A8A-9326-AA52691A1C81}"/>
          </ac:grpSpMkLst>
        </pc:grpChg>
        <pc:grpChg chg="add del">
          <ac:chgData name="Quốc Bảo Ngô" userId="feee37ac1c8ea418" providerId="LiveId" clId="{5B504E0A-FB3E-4077-9B73-29E396ED3009}" dt="2020-02-27T14:08:07.257" v="589" actId="26606"/>
          <ac:grpSpMkLst>
            <pc:docMk/>
            <pc:sldMk cId="1182698383" sldId="259"/>
            <ac:grpSpMk id="99" creationId="{9C6E8597-0CCE-4A8A-9326-AA52691A1C81}"/>
          </ac:grpSpMkLst>
        </pc:grpChg>
        <pc:grpChg chg="add">
          <ac:chgData name="Quốc Bảo Ngô" userId="feee37ac1c8ea418" providerId="LiveId" clId="{5B504E0A-FB3E-4077-9B73-29E396ED3009}" dt="2020-02-27T14:08:08.611" v="592" actId="26606"/>
          <ac:grpSpMkLst>
            <pc:docMk/>
            <pc:sldMk cId="1182698383" sldId="259"/>
            <ac:grpSpMk id="110" creationId="{9C6E8597-0CCE-4A8A-9326-AA52691A1C81}"/>
          </ac:grpSpMkLst>
        </pc:grpChg>
        <pc:picChg chg="add mod ord">
          <ac:chgData name="Quốc Bảo Ngô" userId="feee37ac1c8ea418" providerId="LiveId" clId="{5B504E0A-FB3E-4077-9B73-29E396ED3009}" dt="2020-02-27T14:09:08.422" v="601" actId="1076"/>
          <ac:picMkLst>
            <pc:docMk/>
            <pc:sldMk cId="1182698383" sldId="259"/>
            <ac:picMk id="4" creationId="{5429F116-15F5-47D9-90FB-7931B0BE69B7}"/>
          </ac:picMkLst>
        </pc:picChg>
        <pc:picChg chg="add mod ord">
          <ac:chgData name="Quốc Bảo Ngô" userId="feee37ac1c8ea418" providerId="LiveId" clId="{5B504E0A-FB3E-4077-9B73-29E396ED3009}" dt="2020-02-27T14:08:08.611" v="592" actId="26606"/>
          <ac:picMkLst>
            <pc:docMk/>
            <pc:sldMk cId="1182698383" sldId="259"/>
            <ac:picMk id="6" creationId="{FE3F3FA7-B963-4EE7-978E-A729B4432910}"/>
          </ac:picMkLst>
        </pc:picChg>
        <pc:picChg chg="add mod ord">
          <ac:chgData name="Quốc Bảo Ngô" userId="feee37ac1c8ea418" providerId="LiveId" clId="{5B504E0A-FB3E-4077-9B73-29E396ED3009}" dt="2020-02-27T14:08:08.611" v="592" actId="26606"/>
          <ac:picMkLst>
            <pc:docMk/>
            <pc:sldMk cId="1182698383" sldId="259"/>
            <ac:picMk id="8" creationId="{A2D026C4-CDB5-44E8-834B-2795B469FC4C}"/>
          </ac:picMkLst>
        </pc:picChg>
        <pc:picChg chg="add del">
          <ac:chgData name="Quốc Bảo Ngô" userId="feee37ac1c8ea418" providerId="LiveId" clId="{5B504E0A-FB3E-4077-9B73-29E396ED3009}" dt="2020-02-27T14:07:47.939" v="561" actId="26606"/>
          <ac:picMkLst>
            <pc:docMk/>
            <pc:sldMk cId="1182698383" sldId="259"/>
            <ac:picMk id="23" creationId="{DA6861EE-7660-46C9-80BD-173B8F7454B8}"/>
          </ac:picMkLst>
        </pc:picChg>
        <pc:picChg chg="add del">
          <ac:chgData name="Quốc Bảo Ngô" userId="feee37ac1c8ea418" providerId="LiveId" clId="{5B504E0A-FB3E-4077-9B73-29E396ED3009}" dt="2020-02-27T14:07:58.669" v="579" actId="26606"/>
          <ac:picMkLst>
            <pc:docMk/>
            <pc:sldMk cId="1182698383" sldId="259"/>
            <ac:picMk id="70" creationId="{DA6861EE-7660-46C9-80BD-173B8F7454B8}"/>
          </ac:picMkLst>
        </pc:picChg>
        <pc:picChg chg="add del">
          <ac:chgData name="Quốc Bảo Ngô" userId="feee37ac1c8ea418" providerId="LiveId" clId="{5B504E0A-FB3E-4077-9B73-29E396ED3009}" dt="2020-02-27T14:08:02.233" v="583" actId="26606"/>
          <ac:picMkLst>
            <pc:docMk/>
            <pc:sldMk cId="1182698383" sldId="259"/>
            <ac:picMk id="81" creationId="{DA6861EE-7660-46C9-80BD-173B8F7454B8}"/>
          </ac:picMkLst>
        </pc:picChg>
        <pc:picChg chg="add del">
          <ac:chgData name="Quốc Bảo Ngô" userId="feee37ac1c8ea418" providerId="LiveId" clId="{5B504E0A-FB3E-4077-9B73-29E396ED3009}" dt="2020-02-27T14:08:08.593" v="591" actId="26606"/>
          <ac:picMkLst>
            <pc:docMk/>
            <pc:sldMk cId="1182698383" sldId="259"/>
            <ac:picMk id="103" creationId="{DA6861EE-7660-46C9-80BD-173B8F7454B8}"/>
          </ac:picMkLst>
        </pc:picChg>
      </pc:sldChg>
      <pc:sldChg chg="add del">
        <pc:chgData name="Quốc Bảo Ngô" userId="feee37ac1c8ea418" providerId="LiveId" clId="{5B504E0A-FB3E-4077-9B73-29E396ED3009}" dt="2020-02-27T13:52:11.459" v="108"/>
        <pc:sldMkLst>
          <pc:docMk/>
          <pc:sldMk cId="4039256605" sldId="259"/>
        </pc:sldMkLst>
      </pc:sldChg>
      <pc:sldChg chg="addSp delSp modSp add mod setBg modAnim setClrOvrMap">
        <pc:chgData name="Quốc Bảo Ngô" userId="feee37ac1c8ea418" providerId="LiveId" clId="{5B504E0A-FB3E-4077-9B73-29E396ED3009}" dt="2020-02-27T14:45:28.074" v="1370"/>
        <pc:sldMkLst>
          <pc:docMk/>
          <pc:sldMk cId="780771606" sldId="260"/>
        </pc:sldMkLst>
        <pc:spChg chg="mod">
          <ac:chgData name="Quốc Bảo Ngô" userId="feee37ac1c8ea418" providerId="LiveId" clId="{5B504E0A-FB3E-4077-9B73-29E396ED3009}" dt="2020-02-27T14:22:10.588" v="894" actId="26606"/>
          <ac:spMkLst>
            <pc:docMk/>
            <pc:sldMk cId="780771606" sldId="260"/>
            <ac:spMk id="2" creationId="{D0548D62-E097-4430-87F9-3F5796ACC2E9}"/>
          </ac:spMkLst>
        </pc:spChg>
        <pc:spChg chg="add del">
          <ac:chgData name="Quốc Bảo Ngô" userId="feee37ac1c8ea418" providerId="LiveId" clId="{5B504E0A-FB3E-4077-9B73-29E396ED3009}" dt="2020-02-27T14:17:00.474" v="632" actId="3680"/>
          <ac:spMkLst>
            <pc:docMk/>
            <pc:sldMk cId="780771606" sldId="260"/>
            <ac:spMk id="3" creationId="{8F5B22E0-DE38-47D1-82C0-632E27129BDD}"/>
          </ac:spMkLst>
        </pc:spChg>
        <pc:spChg chg="add del">
          <ac:chgData name="Quốc Bảo Ngô" userId="feee37ac1c8ea418" providerId="LiveId" clId="{5B504E0A-FB3E-4077-9B73-29E396ED3009}" dt="2020-02-27T14:21:24.933" v="864" actId="26606"/>
          <ac:spMkLst>
            <pc:docMk/>
            <pc:sldMk cId="780771606" sldId="260"/>
            <ac:spMk id="13" creationId="{16F9E488-0718-4E1E-9D12-26779F606252}"/>
          </ac:spMkLst>
        </pc:spChg>
        <pc:spChg chg="add del">
          <ac:chgData name="Quốc Bảo Ngô" userId="feee37ac1c8ea418" providerId="LiveId" clId="{5B504E0A-FB3E-4077-9B73-29E396ED3009}" dt="2020-02-27T14:21:24.933" v="864" actId="26606"/>
          <ac:spMkLst>
            <pc:docMk/>
            <pc:sldMk cId="780771606" sldId="260"/>
            <ac:spMk id="15" creationId="{CE708407-D01D-4E57-8998-FF799DBC3788}"/>
          </ac:spMkLst>
        </pc:spChg>
        <pc:spChg chg="add del">
          <ac:chgData name="Quốc Bảo Ngô" userId="feee37ac1c8ea418" providerId="LiveId" clId="{5B504E0A-FB3E-4077-9B73-29E396ED3009}" dt="2020-02-27T14:21:36.886" v="870" actId="26606"/>
          <ac:spMkLst>
            <pc:docMk/>
            <pc:sldMk cId="780771606" sldId="260"/>
            <ac:spMk id="16" creationId="{6EFFF4A2-EB01-4738-9824-8D9A72A51BB9}"/>
          </ac:spMkLst>
        </pc:spChg>
        <pc:spChg chg="add del">
          <ac:chgData name="Quốc Bảo Ngô" userId="feee37ac1c8ea418" providerId="LiveId" clId="{5B504E0A-FB3E-4077-9B73-29E396ED3009}" dt="2020-02-27T14:21:25.909" v="866" actId="26606"/>
          <ac:spMkLst>
            <pc:docMk/>
            <pc:sldMk cId="780771606" sldId="260"/>
            <ac:spMk id="21" creationId="{16F9E488-0718-4E1E-9D12-26779F606252}"/>
          </ac:spMkLst>
        </pc:spChg>
        <pc:spChg chg="add del">
          <ac:chgData name="Quốc Bảo Ngô" userId="feee37ac1c8ea418" providerId="LiveId" clId="{5B504E0A-FB3E-4077-9B73-29E396ED3009}" dt="2020-02-27T14:21:25.909" v="866" actId="26606"/>
          <ac:spMkLst>
            <pc:docMk/>
            <pc:sldMk cId="780771606" sldId="260"/>
            <ac:spMk id="22" creationId="{CE708407-D01D-4E57-8998-FF799DBC3788}"/>
          </ac:spMkLst>
        </pc:spChg>
        <pc:spChg chg="add del">
          <ac:chgData name="Quốc Bảo Ngô" userId="feee37ac1c8ea418" providerId="LiveId" clId="{5B504E0A-FB3E-4077-9B73-29E396ED3009}" dt="2020-02-27T14:21:27.947" v="868" actId="26606"/>
          <ac:spMkLst>
            <pc:docMk/>
            <pc:sldMk cId="780771606" sldId="260"/>
            <ac:spMk id="27" creationId="{16F9E488-0718-4E1E-9D12-26779F606252}"/>
          </ac:spMkLst>
        </pc:spChg>
        <pc:spChg chg="add del">
          <ac:chgData name="Quốc Bảo Ngô" userId="feee37ac1c8ea418" providerId="LiveId" clId="{5B504E0A-FB3E-4077-9B73-29E396ED3009}" dt="2020-02-27T14:21:27.947" v="868" actId="26606"/>
          <ac:spMkLst>
            <pc:docMk/>
            <pc:sldMk cId="780771606" sldId="260"/>
            <ac:spMk id="28" creationId="{CE708407-D01D-4E57-8998-FF799DBC3788}"/>
          </ac:spMkLst>
        </pc:spChg>
        <pc:spChg chg="add del">
          <ac:chgData name="Quốc Bảo Ngô" userId="feee37ac1c8ea418" providerId="LiveId" clId="{5B504E0A-FB3E-4077-9B73-29E396ED3009}" dt="2020-02-27T14:21:36.886" v="870" actId="26606"/>
          <ac:spMkLst>
            <pc:docMk/>
            <pc:sldMk cId="780771606" sldId="260"/>
            <ac:spMk id="31" creationId="{23D97D8B-CFC5-431A-AA32-93C4522A6EE6}"/>
          </ac:spMkLst>
        </pc:spChg>
        <pc:spChg chg="add del">
          <ac:chgData name="Quốc Bảo Ngô" userId="feee37ac1c8ea418" providerId="LiveId" clId="{5B504E0A-FB3E-4077-9B73-29E396ED3009}" dt="2020-02-27T14:21:36.886" v="870" actId="26606"/>
          <ac:spMkLst>
            <pc:docMk/>
            <pc:sldMk cId="780771606" sldId="260"/>
            <ac:spMk id="32" creationId="{BF9E01F0-313E-43A5-B204-C828DA628395}"/>
          </ac:spMkLst>
        </pc:spChg>
        <pc:spChg chg="add del">
          <ac:chgData name="Quốc Bảo Ngô" userId="feee37ac1c8ea418" providerId="LiveId" clId="{5B504E0A-FB3E-4077-9B73-29E396ED3009}" dt="2020-02-27T14:21:37.961" v="872" actId="26606"/>
          <ac:spMkLst>
            <pc:docMk/>
            <pc:sldMk cId="780771606" sldId="260"/>
            <ac:spMk id="38" creationId="{A3BAF07C-C39E-42EB-BB22-8D46691D9735}"/>
          </ac:spMkLst>
        </pc:spChg>
        <pc:spChg chg="add del">
          <ac:chgData name="Quốc Bảo Ngô" userId="feee37ac1c8ea418" providerId="LiveId" clId="{5B504E0A-FB3E-4077-9B73-29E396ED3009}" dt="2020-02-27T14:21:37.961" v="872" actId="26606"/>
          <ac:spMkLst>
            <pc:docMk/>
            <pc:sldMk cId="780771606" sldId="260"/>
            <ac:spMk id="39" creationId="{44C110BA-81E8-4247-853A-5F2B93E92E46}"/>
          </ac:spMkLst>
        </pc:spChg>
        <pc:spChg chg="add del">
          <ac:chgData name="Quốc Bảo Ngô" userId="feee37ac1c8ea418" providerId="LiveId" clId="{5B504E0A-FB3E-4077-9B73-29E396ED3009}" dt="2020-02-27T14:21:37.961" v="872" actId="26606"/>
          <ac:spMkLst>
            <pc:docMk/>
            <pc:sldMk cId="780771606" sldId="260"/>
            <ac:spMk id="49" creationId="{74EB79F5-B873-41B6-948B-F5A265CD404C}"/>
          </ac:spMkLst>
        </pc:spChg>
        <pc:spChg chg="add del">
          <ac:chgData name="Quốc Bảo Ngô" userId="feee37ac1c8ea418" providerId="LiveId" clId="{5B504E0A-FB3E-4077-9B73-29E396ED3009}" dt="2020-02-27T14:21:39.962" v="874" actId="26606"/>
          <ac:spMkLst>
            <pc:docMk/>
            <pc:sldMk cId="780771606" sldId="260"/>
            <ac:spMk id="52" creationId="{B0792D4F-247E-46FE-85FC-881DEFA41D94}"/>
          </ac:spMkLst>
        </pc:spChg>
        <pc:spChg chg="add del">
          <ac:chgData name="Quốc Bảo Ngô" userId="feee37ac1c8ea418" providerId="LiveId" clId="{5B504E0A-FB3E-4077-9B73-29E396ED3009}" dt="2020-02-27T14:21:39.962" v="874" actId="26606"/>
          <ac:spMkLst>
            <pc:docMk/>
            <pc:sldMk cId="780771606" sldId="260"/>
            <ac:spMk id="54" creationId="{A0A2CDDE-6CD4-4D3C-903D-3173E55A3CE9}"/>
          </ac:spMkLst>
        </pc:spChg>
        <pc:spChg chg="add del">
          <ac:chgData name="Quốc Bảo Ngô" userId="feee37ac1c8ea418" providerId="LiveId" clId="{5B504E0A-FB3E-4077-9B73-29E396ED3009}" dt="2020-02-27T14:21:40.619" v="876" actId="26606"/>
          <ac:spMkLst>
            <pc:docMk/>
            <pc:sldMk cId="780771606" sldId="260"/>
            <ac:spMk id="57" creationId="{42A5316D-ED2F-4F89-B4B4-8D9240B1A348}"/>
          </ac:spMkLst>
        </pc:spChg>
        <pc:spChg chg="add del">
          <ac:chgData name="Quốc Bảo Ngô" userId="feee37ac1c8ea418" providerId="LiveId" clId="{5B504E0A-FB3E-4077-9B73-29E396ED3009}" dt="2020-02-27T14:21:40.619" v="876" actId="26606"/>
          <ac:spMkLst>
            <pc:docMk/>
            <pc:sldMk cId="780771606" sldId="260"/>
            <ac:spMk id="58" creationId="{1F7D20ED-7320-488A-AA5D-2B5942676228}"/>
          </ac:spMkLst>
        </pc:spChg>
        <pc:spChg chg="add del">
          <ac:chgData name="Quốc Bảo Ngô" userId="feee37ac1c8ea418" providerId="LiveId" clId="{5B504E0A-FB3E-4077-9B73-29E396ED3009}" dt="2020-02-27T14:21:41.479" v="878" actId="26606"/>
          <ac:spMkLst>
            <pc:docMk/>
            <pc:sldMk cId="780771606" sldId="260"/>
            <ac:spMk id="61" creationId="{42A5316D-ED2F-4F89-B4B4-8D9240B1A348}"/>
          </ac:spMkLst>
        </pc:spChg>
        <pc:spChg chg="add del">
          <ac:chgData name="Quốc Bảo Ngô" userId="feee37ac1c8ea418" providerId="LiveId" clId="{5B504E0A-FB3E-4077-9B73-29E396ED3009}" dt="2020-02-27T14:21:41.479" v="878" actId="26606"/>
          <ac:spMkLst>
            <pc:docMk/>
            <pc:sldMk cId="780771606" sldId="260"/>
            <ac:spMk id="62" creationId="{2EF11021-92F6-46F5-85F6-442EE10D1F29}"/>
          </ac:spMkLst>
        </pc:spChg>
        <pc:spChg chg="add del">
          <ac:chgData name="Quốc Bảo Ngô" userId="feee37ac1c8ea418" providerId="LiveId" clId="{5B504E0A-FB3E-4077-9B73-29E396ED3009}" dt="2020-02-27T14:21:43.113" v="880" actId="26606"/>
          <ac:spMkLst>
            <pc:docMk/>
            <pc:sldMk cId="780771606" sldId="260"/>
            <ac:spMk id="65" creationId="{42A5316D-ED2F-4F89-B4B4-8D9240B1A348}"/>
          </ac:spMkLst>
        </pc:spChg>
        <pc:spChg chg="add del">
          <ac:chgData name="Quốc Bảo Ngô" userId="feee37ac1c8ea418" providerId="LiveId" clId="{5B504E0A-FB3E-4077-9B73-29E396ED3009}" dt="2020-02-27T14:21:43.113" v="880" actId="26606"/>
          <ac:spMkLst>
            <pc:docMk/>
            <pc:sldMk cId="780771606" sldId="260"/>
            <ac:spMk id="66" creationId="{1F7D20ED-7320-488A-AA5D-2B5942676228}"/>
          </ac:spMkLst>
        </pc:spChg>
        <pc:spChg chg="add del">
          <ac:chgData name="Quốc Bảo Ngô" userId="feee37ac1c8ea418" providerId="LiveId" clId="{5B504E0A-FB3E-4077-9B73-29E396ED3009}" dt="2020-02-27T14:21:43.546" v="882" actId="26606"/>
          <ac:spMkLst>
            <pc:docMk/>
            <pc:sldMk cId="780771606" sldId="260"/>
            <ac:spMk id="69" creationId="{33CD251C-A887-4D2F-925B-FC097198538B}"/>
          </ac:spMkLst>
        </pc:spChg>
        <pc:spChg chg="add del">
          <ac:chgData name="Quốc Bảo Ngô" userId="feee37ac1c8ea418" providerId="LiveId" clId="{5B504E0A-FB3E-4077-9B73-29E396ED3009}" dt="2020-02-27T14:21:43.546" v="882" actId="26606"/>
          <ac:spMkLst>
            <pc:docMk/>
            <pc:sldMk cId="780771606" sldId="260"/>
            <ac:spMk id="70" creationId="{B19D093C-27FB-4032-B282-42C4563F257C}"/>
          </ac:spMkLst>
        </pc:spChg>
        <pc:spChg chg="add del">
          <ac:chgData name="Quốc Bảo Ngô" userId="feee37ac1c8ea418" providerId="LiveId" clId="{5B504E0A-FB3E-4077-9B73-29E396ED3009}" dt="2020-02-27T14:21:43.546" v="882" actId="26606"/>
          <ac:spMkLst>
            <pc:docMk/>
            <pc:sldMk cId="780771606" sldId="260"/>
            <ac:spMk id="74" creationId="{42C0B0B9-3399-4515-83B1-7E803580DDE4}"/>
          </ac:spMkLst>
        </pc:spChg>
        <pc:spChg chg="add del">
          <ac:chgData name="Quốc Bảo Ngô" userId="feee37ac1c8ea418" providerId="LiveId" clId="{5B504E0A-FB3E-4077-9B73-29E396ED3009}" dt="2020-02-27T14:21:47.720" v="884" actId="26606"/>
          <ac:spMkLst>
            <pc:docMk/>
            <pc:sldMk cId="780771606" sldId="260"/>
            <ac:spMk id="77" creationId="{16F9E488-0718-4E1E-9D12-26779F606252}"/>
          </ac:spMkLst>
        </pc:spChg>
        <pc:spChg chg="add del">
          <ac:chgData name="Quốc Bảo Ngô" userId="feee37ac1c8ea418" providerId="LiveId" clId="{5B504E0A-FB3E-4077-9B73-29E396ED3009}" dt="2020-02-27T14:21:47.720" v="884" actId="26606"/>
          <ac:spMkLst>
            <pc:docMk/>
            <pc:sldMk cId="780771606" sldId="260"/>
            <ac:spMk id="78" creationId="{CE708407-D01D-4E57-8998-FF799DBC3788}"/>
          </ac:spMkLst>
        </pc:spChg>
        <pc:spChg chg="add del">
          <ac:chgData name="Quốc Bảo Ngô" userId="feee37ac1c8ea418" providerId="LiveId" clId="{5B504E0A-FB3E-4077-9B73-29E396ED3009}" dt="2020-02-27T14:22:10.588" v="894" actId="26606"/>
          <ac:spMkLst>
            <pc:docMk/>
            <pc:sldMk cId="780771606" sldId="260"/>
            <ac:spMk id="83" creationId="{16F9E488-0718-4E1E-9D12-26779F606252}"/>
          </ac:spMkLst>
        </pc:spChg>
        <pc:spChg chg="add del">
          <ac:chgData name="Quốc Bảo Ngô" userId="feee37ac1c8ea418" providerId="LiveId" clId="{5B504E0A-FB3E-4077-9B73-29E396ED3009}" dt="2020-02-27T14:22:10.588" v="894" actId="26606"/>
          <ac:spMkLst>
            <pc:docMk/>
            <pc:sldMk cId="780771606" sldId="260"/>
            <ac:spMk id="84" creationId="{CE708407-D01D-4E57-8998-FF799DBC3788}"/>
          </ac:spMkLst>
        </pc:spChg>
        <pc:spChg chg="add del">
          <ac:chgData name="Quốc Bảo Ngô" userId="feee37ac1c8ea418" providerId="LiveId" clId="{5B504E0A-FB3E-4077-9B73-29E396ED3009}" dt="2020-02-27T14:22:05.186" v="887" actId="26606"/>
          <ac:spMkLst>
            <pc:docMk/>
            <pc:sldMk cId="780771606" sldId="260"/>
            <ac:spMk id="92" creationId="{68AB0E71-23DE-4DEC-9EFB-6F4643D6239D}"/>
          </ac:spMkLst>
        </pc:spChg>
        <pc:spChg chg="add del">
          <ac:chgData name="Quốc Bảo Ngô" userId="feee37ac1c8ea418" providerId="LiveId" clId="{5B504E0A-FB3E-4077-9B73-29E396ED3009}" dt="2020-02-27T14:22:08.092" v="889" actId="26606"/>
          <ac:spMkLst>
            <pc:docMk/>
            <pc:sldMk cId="780771606" sldId="260"/>
            <ac:spMk id="94" creationId="{FC117A00-E1E3-4C50-9444-14FB2BC778DD}"/>
          </ac:spMkLst>
        </pc:spChg>
        <pc:spChg chg="add del">
          <ac:chgData name="Quốc Bảo Ngô" userId="feee37ac1c8ea418" providerId="LiveId" clId="{5B504E0A-FB3E-4077-9B73-29E396ED3009}" dt="2020-02-27T14:22:05.186" v="887" actId="26606"/>
          <ac:spMkLst>
            <pc:docMk/>
            <pc:sldMk cId="780771606" sldId="260"/>
            <ac:spMk id="95" creationId="{6EFFF4A2-EB01-4738-9824-8D9A72A51BB9}"/>
          </ac:spMkLst>
        </pc:spChg>
        <pc:spChg chg="add del">
          <ac:chgData name="Quốc Bảo Ngô" userId="feee37ac1c8ea418" providerId="LiveId" clId="{5B504E0A-FB3E-4077-9B73-29E396ED3009}" dt="2020-02-27T14:22:08.092" v="889" actId="26606"/>
          <ac:spMkLst>
            <pc:docMk/>
            <pc:sldMk cId="780771606" sldId="260"/>
            <ac:spMk id="101" creationId="{E30408B7-02B2-4EC4-8EE8-B53E74642A86}"/>
          </ac:spMkLst>
        </pc:spChg>
        <pc:spChg chg="add del">
          <ac:chgData name="Quốc Bảo Ngô" userId="feee37ac1c8ea418" providerId="LiveId" clId="{5B504E0A-FB3E-4077-9B73-29E396ED3009}" dt="2020-02-27T14:22:09.674" v="891" actId="26606"/>
          <ac:spMkLst>
            <pc:docMk/>
            <pc:sldMk cId="780771606" sldId="260"/>
            <ac:spMk id="105" creationId="{6EFFF4A2-EB01-4738-9824-8D9A72A51BB9}"/>
          </ac:spMkLst>
        </pc:spChg>
        <pc:spChg chg="add del">
          <ac:chgData name="Quốc Bảo Ngô" userId="feee37ac1c8ea418" providerId="LiveId" clId="{5B504E0A-FB3E-4077-9B73-29E396ED3009}" dt="2020-02-27T14:22:09.674" v="891" actId="26606"/>
          <ac:spMkLst>
            <pc:docMk/>
            <pc:sldMk cId="780771606" sldId="260"/>
            <ac:spMk id="106" creationId="{23D97D8B-CFC5-431A-AA32-93C4522A6EE6}"/>
          </ac:spMkLst>
        </pc:spChg>
        <pc:spChg chg="add del">
          <ac:chgData name="Quốc Bảo Ngô" userId="feee37ac1c8ea418" providerId="LiveId" clId="{5B504E0A-FB3E-4077-9B73-29E396ED3009}" dt="2020-02-27T14:22:09.674" v="891" actId="26606"/>
          <ac:spMkLst>
            <pc:docMk/>
            <pc:sldMk cId="780771606" sldId="260"/>
            <ac:spMk id="107" creationId="{C272AF33-9209-488C-BA6A-5CB70F3CFDE8}"/>
          </ac:spMkLst>
        </pc:spChg>
        <pc:spChg chg="add del">
          <ac:chgData name="Quốc Bảo Ngô" userId="feee37ac1c8ea418" providerId="LiveId" clId="{5B504E0A-FB3E-4077-9B73-29E396ED3009}" dt="2020-02-27T14:22:10.572" v="893" actId="26606"/>
          <ac:spMkLst>
            <pc:docMk/>
            <pc:sldMk cId="780771606" sldId="260"/>
            <ac:spMk id="111" creationId="{E30408B7-02B2-4EC4-8EE8-B53E74642A86}"/>
          </ac:spMkLst>
        </pc:spChg>
        <pc:spChg chg="add del">
          <ac:chgData name="Quốc Bảo Ngô" userId="feee37ac1c8ea418" providerId="LiveId" clId="{5B504E0A-FB3E-4077-9B73-29E396ED3009}" dt="2020-02-27T14:22:10.572" v="893" actId="26606"/>
          <ac:spMkLst>
            <pc:docMk/>
            <pc:sldMk cId="780771606" sldId="260"/>
            <ac:spMk id="112" creationId="{FC117A00-E1E3-4C50-9444-14FB2BC778DD}"/>
          </ac:spMkLst>
        </pc:spChg>
        <pc:spChg chg="add">
          <ac:chgData name="Quốc Bảo Ngô" userId="feee37ac1c8ea418" providerId="LiveId" clId="{5B504E0A-FB3E-4077-9B73-29E396ED3009}" dt="2020-02-27T14:22:10.588" v="894" actId="26606"/>
          <ac:spMkLst>
            <pc:docMk/>
            <pc:sldMk cId="780771606" sldId="260"/>
            <ac:spMk id="117" creationId="{6EFFF4A2-EB01-4738-9824-8D9A72A51BB9}"/>
          </ac:spMkLst>
        </pc:spChg>
        <pc:spChg chg="add">
          <ac:chgData name="Quốc Bảo Ngô" userId="feee37ac1c8ea418" providerId="LiveId" clId="{5B504E0A-FB3E-4077-9B73-29E396ED3009}" dt="2020-02-27T14:22:10.588" v="894" actId="26606"/>
          <ac:spMkLst>
            <pc:docMk/>
            <pc:sldMk cId="780771606" sldId="260"/>
            <ac:spMk id="118" creationId="{23D97D8B-CFC5-431A-AA32-93C4522A6EE6}"/>
          </ac:spMkLst>
        </pc:spChg>
        <pc:spChg chg="add del">
          <ac:chgData name="Quốc Bảo Ngô" userId="feee37ac1c8ea418" providerId="LiveId" clId="{5B504E0A-FB3E-4077-9B73-29E396ED3009}" dt="2020-02-27T14:26:17.180" v="899" actId="931"/>
          <ac:spMkLst>
            <pc:docMk/>
            <pc:sldMk cId="780771606" sldId="260"/>
            <ac:spMk id="119" creationId="{C272AF33-9209-488C-BA6A-5CB70F3CFDE8}"/>
          </ac:spMkLst>
        </pc:spChg>
        <pc:grpChg chg="add del">
          <ac:chgData name="Quốc Bảo Ngô" userId="feee37ac1c8ea418" providerId="LiveId" clId="{5B504E0A-FB3E-4077-9B73-29E396ED3009}" dt="2020-02-27T14:21:24.933" v="864" actId="26606"/>
          <ac:grpSpMkLst>
            <pc:docMk/>
            <pc:sldMk cId="780771606" sldId="260"/>
            <ac:grpSpMk id="17" creationId="{7F963B07-5C9E-478C-A53E-B6F5B4A78933}"/>
          </ac:grpSpMkLst>
        </pc:grpChg>
        <pc:grpChg chg="add del">
          <ac:chgData name="Quốc Bảo Ngô" userId="feee37ac1c8ea418" providerId="LiveId" clId="{5B504E0A-FB3E-4077-9B73-29E396ED3009}" dt="2020-02-27T14:21:37.961" v="872" actId="26606"/>
          <ac:grpSpMkLst>
            <pc:docMk/>
            <pc:sldMk cId="780771606" sldId="260"/>
            <ac:grpSpMk id="18" creationId="{D8E9CF54-0466-4261-9E62-0249E60E1886}"/>
          </ac:grpSpMkLst>
        </pc:grpChg>
        <pc:grpChg chg="add del">
          <ac:chgData name="Quốc Bảo Ngô" userId="feee37ac1c8ea418" providerId="LiveId" clId="{5B504E0A-FB3E-4077-9B73-29E396ED3009}" dt="2020-02-27T14:21:36.886" v="870" actId="26606"/>
          <ac:grpSpMkLst>
            <pc:docMk/>
            <pc:sldMk cId="780771606" sldId="260"/>
            <ac:grpSpMk id="20" creationId="{F91EAA54-AC0A-4AEF-ACE5-B1DD3DC8173B}"/>
          </ac:grpSpMkLst>
        </pc:grpChg>
        <pc:grpChg chg="add del">
          <ac:chgData name="Quốc Bảo Ngô" userId="feee37ac1c8ea418" providerId="LiveId" clId="{5B504E0A-FB3E-4077-9B73-29E396ED3009}" dt="2020-02-27T14:21:25.909" v="866" actId="26606"/>
          <ac:grpSpMkLst>
            <pc:docMk/>
            <pc:sldMk cId="780771606" sldId="260"/>
            <ac:grpSpMk id="23" creationId="{7F963B07-5C9E-478C-A53E-B6F5B4A78933}"/>
          </ac:grpSpMkLst>
        </pc:grpChg>
        <pc:grpChg chg="add del">
          <ac:chgData name="Quốc Bảo Ngô" userId="feee37ac1c8ea418" providerId="LiveId" clId="{5B504E0A-FB3E-4077-9B73-29E396ED3009}" dt="2020-02-27T14:21:27.947" v="868" actId="26606"/>
          <ac:grpSpMkLst>
            <pc:docMk/>
            <pc:sldMk cId="780771606" sldId="260"/>
            <ac:grpSpMk id="29" creationId="{7F963B07-5C9E-478C-A53E-B6F5B4A78933}"/>
          </ac:grpSpMkLst>
        </pc:grpChg>
        <pc:grpChg chg="add del">
          <ac:chgData name="Quốc Bảo Ngô" userId="feee37ac1c8ea418" providerId="LiveId" clId="{5B504E0A-FB3E-4077-9B73-29E396ED3009}" dt="2020-02-27T14:21:43.546" v="882" actId="26606"/>
          <ac:grpSpMkLst>
            <pc:docMk/>
            <pc:sldMk cId="780771606" sldId="260"/>
            <ac:grpSpMk id="71" creationId="{35EE815E-1BD3-4777-B652-6D98825BF66B}"/>
          </ac:grpSpMkLst>
        </pc:grpChg>
        <pc:grpChg chg="add del">
          <ac:chgData name="Quốc Bảo Ngô" userId="feee37ac1c8ea418" providerId="LiveId" clId="{5B504E0A-FB3E-4077-9B73-29E396ED3009}" dt="2020-02-27T14:21:47.720" v="884" actId="26606"/>
          <ac:grpSpMkLst>
            <pc:docMk/>
            <pc:sldMk cId="780771606" sldId="260"/>
            <ac:grpSpMk id="79" creationId="{7F963B07-5C9E-478C-A53E-B6F5B4A78933}"/>
          </ac:grpSpMkLst>
        </pc:grpChg>
        <pc:grpChg chg="add del">
          <ac:chgData name="Quốc Bảo Ngô" userId="feee37ac1c8ea418" providerId="LiveId" clId="{5B504E0A-FB3E-4077-9B73-29E396ED3009}" dt="2020-02-27T14:22:10.588" v="894" actId="26606"/>
          <ac:grpSpMkLst>
            <pc:docMk/>
            <pc:sldMk cId="780771606" sldId="260"/>
            <ac:grpSpMk id="85" creationId="{7F963B07-5C9E-478C-A53E-B6F5B4A78933}"/>
          </ac:grpSpMkLst>
        </pc:grpChg>
        <pc:grpChg chg="add del">
          <ac:chgData name="Quốc Bảo Ngô" userId="feee37ac1c8ea418" providerId="LiveId" clId="{5B504E0A-FB3E-4077-9B73-29E396ED3009}" dt="2020-02-27T14:22:08.092" v="889" actId="26606"/>
          <ac:grpSpMkLst>
            <pc:docMk/>
            <pc:sldMk cId="780771606" sldId="260"/>
            <ac:grpSpMk id="96" creationId="{3CA30F3A-949D-4014-A5BD-809F81E84132}"/>
          </ac:grpSpMkLst>
        </pc:grpChg>
        <pc:grpChg chg="add del">
          <ac:chgData name="Quốc Bảo Ngô" userId="feee37ac1c8ea418" providerId="LiveId" clId="{5B504E0A-FB3E-4077-9B73-29E396ED3009}" dt="2020-02-27T14:22:05.186" v="887" actId="26606"/>
          <ac:grpSpMkLst>
            <pc:docMk/>
            <pc:sldMk cId="780771606" sldId="260"/>
            <ac:grpSpMk id="97" creationId="{D4469D90-62FA-49B2-981E-5305361D5A58}"/>
          </ac:grpSpMkLst>
        </pc:grpChg>
        <pc:grpChg chg="add del">
          <ac:chgData name="Quốc Bảo Ngô" userId="feee37ac1c8ea418" providerId="LiveId" clId="{5B504E0A-FB3E-4077-9B73-29E396ED3009}" dt="2020-02-27T14:22:09.674" v="891" actId="26606"/>
          <ac:grpSpMkLst>
            <pc:docMk/>
            <pc:sldMk cId="780771606" sldId="260"/>
            <ac:grpSpMk id="99" creationId="{F91EAA54-AC0A-4AEF-ACE5-B1DD3DC8173B}"/>
          </ac:grpSpMkLst>
        </pc:grpChg>
        <pc:grpChg chg="add del">
          <ac:chgData name="Quốc Bảo Ngô" userId="feee37ac1c8ea418" providerId="LiveId" clId="{5B504E0A-FB3E-4077-9B73-29E396ED3009}" dt="2020-02-27T14:22:10.572" v="893" actId="26606"/>
          <ac:grpSpMkLst>
            <pc:docMk/>
            <pc:sldMk cId="780771606" sldId="260"/>
            <ac:grpSpMk id="113" creationId="{3CA30F3A-949D-4014-A5BD-809F81E84132}"/>
          </ac:grpSpMkLst>
        </pc:grpChg>
        <pc:grpChg chg="add">
          <ac:chgData name="Quốc Bảo Ngô" userId="feee37ac1c8ea418" providerId="LiveId" clId="{5B504E0A-FB3E-4077-9B73-29E396ED3009}" dt="2020-02-27T14:22:10.588" v="894" actId="26606"/>
          <ac:grpSpMkLst>
            <pc:docMk/>
            <pc:sldMk cId="780771606" sldId="260"/>
            <ac:grpSpMk id="120" creationId="{F91EAA54-AC0A-4AEF-ACE5-B1DD3DC8173B}"/>
          </ac:grpSpMkLst>
        </pc:grpChg>
        <pc:graphicFrameChg chg="add del mod ord modGraphic">
          <ac:chgData name="Quốc Bảo Ngô" userId="feee37ac1c8ea418" providerId="LiveId" clId="{5B504E0A-FB3E-4077-9B73-29E396ED3009}" dt="2020-02-27T14:16:25.506" v="629" actId="3680"/>
          <ac:graphicFrameMkLst>
            <pc:docMk/>
            <pc:sldMk cId="780771606" sldId="260"/>
            <ac:graphicFrameMk id="4" creationId="{4E570643-F125-4F5C-961B-E22689FD6A59}"/>
          </ac:graphicFrameMkLst>
        </pc:graphicFrameChg>
        <pc:graphicFrameChg chg="add del mod ord modGraphic">
          <ac:chgData name="Quốc Bảo Ngô" userId="feee37ac1c8ea418" providerId="LiveId" clId="{5B504E0A-FB3E-4077-9B73-29E396ED3009}" dt="2020-02-27T14:16:54.145" v="631" actId="3680"/>
          <ac:graphicFrameMkLst>
            <pc:docMk/>
            <pc:sldMk cId="780771606" sldId="260"/>
            <ac:graphicFrameMk id="6" creationId="{2882B2C3-A03C-4D95-B24A-419675AEADC3}"/>
          </ac:graphicFrameMkLst>
        </pc:graphicFrameChg>
        <pc:graphicFrameChg chg="add del mod ord modGraphic">
          <ac:chgData name="Quốc Bảo Ngô" userId="feee37ac1c8ea418" providerId="LiveId" clId="{5B504E0A-FB3E-4077-9B73-29E396ED3009}" dt="2020-02-27T14:21:47.737" v="885" actId="26606"/>
          <ac:graphicFrameMkLst>
            <pc:docMk/>
            <pc:sldMk cId="780771606" sldId="260"/>
            <ac:graphicFrameMk id="8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36.886" v="870" actId="26606"/>
          <ac:graphicFrameMkLst>
            <pc:docMk/>
            <pc:sldMk cId="780771606" sldId="260"/>
            <ac:graphicFrameMk id="11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37.961" v="872" actId="26606"/>
          <ac:graphicFrameMkLst>
            <pc:docMk/>
            <pc:sldMk cId="780771606" sldId="260"/>
            <ac:graphicFrameMk id="50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39.962" v="874" actId="26606"/>
          <ac:graphicFrameMkLst>
            <pc:docMk/>
            <pc:sldMk cId="780771606" sldId="260"/>
            <ac:graphicFrameMk id="55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40.619" v="876" actId="26606"/>
          <ac:graphicFrameMkLst>
            <pc:docMk/>
            <pc:sldMk cId="780771606" sldId="260"/>
            <ac:graphicFrameMk id="59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41.479" v="878" actId="26606"/>
          <ac:graphicFrameMkLst>
            <pc:docMk/>
            <pc:sldMk cId="780771606" sldId="260"/>
            <ac:graphicFrameMk id="63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43.113" v="880" actId="26606"/>
          <ac:graphicFrameMkLst>
            <pc:docMk/>
            <pc:sldMk cId="780771606" sldId="260"/>
            <ac:graphicFrameMk id="67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43.546" v="882" actId="26606"/>
          <ac:graphicFrameMkLst>
            <pc:docMk/>
            <pc:sldMk cId="780771606" sldId="260"/>
            <ac:graphicFrameMk id="75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1:47.720" v="884" actId="26606"/>
          <ac:graphicFrameMkLst>
            <pc:docMk/>
            <pc:sldMk cId="780771606" sldId="260"/>
            <ac:graphicFrameMk id="81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2:10.588" v="894" actId="26606"/>
          <ac:graphicFrameMkLst>
            <pc:docMk/>
            <pc:sldMk cId="780771606" sldId="260"/>
            <ac:graphicFrameMk id="87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2:05.186" v="887" actId="26606"/>
          <ac:graphicFrameMkLst>
            <pc:docMk/>
            <pc:sldMk cId="780771606" sldId="260"/>
            <ac:graphicFrameMk id="90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2:08.092" v="889" actId="26606"/>
          <ac:graphicFrameMkLst>
            <pc:docMk/>
            <pc:sldMk cId="780771606" sldId="260"/>
            <ac:graphicFrameMk id="103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2:09.674" v="891" actId="26606"/>
          <ac:graphicFrameMkLst>
            <pc:docMk/>
            <pc:sldMk cId="780771606" sldId="260"/>
            <ac:graphicFrameMk id="109" creationId="{168D00F8-E7F8-4AC1-BB39-0EDA6363218D}"/>
          </ac:graphicFrameMkLst>
        </pc:graphicFrameChg>
        <pc:graphicFrameChg chg="add del">
          <ac:chgData name="Quốc Bảo Ngô" userId="feee37ac1c8ea418" providerId="LiveId" clId="{5B504E0A-FB3E-4077-9B73-29E396ED3009}" dt="2020-02-27T14:22:10.572" v="893" actId="26606"/>
          <ac:graphicFrameMkLst>
            <pc:docMk/>
            <pc:sldMk cId="780771606" sldId="260"/>
            <ac:graphicFrameMk id="115" creationId="{168D00F8-E7F8-4AC1-BB39-0EDA6363218D}"/>
          </ac:graphicFrameMkLst>
        </pc:graphicFrameChg>
        <pc:graphicFrameChg chg="add">
          <ac:chgData name="Quốc Bảo Ngô" userId="feee37ac1c8ea418" providerId="LiveId" clId="{5B504E0A-FB3E-4077-9B73-29E396ED3009}" dt="2020-02-27T14:22:10.588" v="894" actId="26606"/>
          <ac:graphicFrameMkLst>
            <pc:docMk/>
            <pc:sldMk cId="780771606" sldId="260"/>
            <ac:graphicFrameMk id="122" creationId="{168D00F8-E7F8-4AC1-BB39-0EDA6363218D}"/>
          </ac:graphicFrameMkLst>
        </pc:graphicFrameChg>
        <pc:picChg chg="add mod">
          <ac:chgData name="Quốc Bảo Ngô" userId="feee37ac1c8ea418" providerId="LiveId" clId="{5B504E0A-FB3E-4077-9B73-29E396ED3009}" dt="2020-02-27T14:26:45.603" v="911" actId="1076"/>
          <ac:picMkLst>
            <pc:docMk/>
            <pc:sldMk cId="780771606" sldId="260"/>
            <ac:picMk id="12" creationId="{24498E6A-A658-4769-8008-0E819F5ED15A}"/>
          </ac:picMkLst>
        </pc:picChg>
        <pc:cxnChg chg="add del">
          <ac:chgData name="Quốc Bảo Ngô" userId="feee37ac1c8ea418" providerId="LiveId" clId="{5B504E0A-FB3E-4077-9B73-29E396ED3009}" dt="2020-02-27T14:21:39.962" v="874" actId="26606"/>
          <ac:cxnSpMkLst>
            <pc:docMk/>
            <pc:sldMk cId="780771606" sldId="260"/>
            <ac:cxnSpMk id="53" creationId="{CE272F12-AF86-441A-BC1B-C014BBBF85B5}"/>
          </ac:cxnSpMkLst>
        </pc:cxnChg>
      </pc:sldChg>
      <pc:sldChg chg="addSp delSp modSp add mod setBg modAnim setClrOvrMap">
        <pc:chgData name="Quốc Bảo Ngô" userId="feee37ac1c8ea418" providerId="LiveId" clId="{5B504E0A-FB3E-4077-9B73-29E396ED3009}" dt="2020-02-27T14:47:57.860" v="1400"/>
        <pc:sldMkLst>
          <pc:docMk/>
          <pc:sldMk cId="3333560324" sldId="261"/>
        </pc:sldMkLst>
        <pc:spChg chg="mod">
          <ac:chgData name="Quốc Bảo Ngô" userId="feee37ac1c8ea418" providerId="LiveId" clId="{5B504E0A-FB3E-4077-9B73-29E396ED3009}" dt="2020-02-27T14:40:52.432" v="1330" actId="113"/>
          <ac:spMkLst>
            <pc:docMk/>
            <pc:sldMk cId="3333560324" sldId="261"/>
            <ac:spMk id="2" creationId="{E634BCBD-423A-4083-AA0C-7742C3BA93B4}"/>
          </ac:spMkLst>
        </pc:spChg>
        <pc:spChg chg="add del mod">
          <ac:chgData name="Quốc Bảo Ngô" userId="feee37ac1c8ea418" providerId="LiveId" clId="{5B504E0A-FB3E-4077-9B73-29E396ED3009}" dt="2020-02-27T14:40:06.780" v="1323" actId="26606"/>
          <ac:spMkLst>
            <pc:docMk/>
            <pc:sldMk cId="3333560324" sldId="261"/>
            <ac:spMk id="3" creationId="{28B3ACAC-8ADA-40F2-B735-1D019803B9A9}"/>
          </ac:spMkLst>
        </pc:spChg>
        <pc:spChg chg="add del mod">
          <ac:chgData name="Quốc Bảo Ngô" userId="feee37ac1c8ea418" providerId="LiveId" clId="{5B504E0A-FB3E-4077-9B73-29E396ED3009}" dt="2020-02-27T14:40:40.069" v="1329" actId="11529"/>
          <ac:spMkLst>
            <pc:docMk/>
            <pc:sldMk cId="3333560324" sldId="261"/>
            <ac:spMk id="4" creationId="{0E2C7CEA-A457-40AB-9EE0-46E0BB4B0E98}"/>
          </ac:spMkLst>
        </pc:spChg>
        <pc:spChg chg="add del">
          <ac:chgData name="Quốc Bảo Ngô" userId="feee37ac1c8ea418" providerId="LiveId" clId="{5B504E0A-FB3E-4077-9B73-29E396ED3009}" dt="2020-02-27T14:39:52.587" v="1311" actId="26606"/>
          <ac:spMkLst>
            <pc:docMk/>
            <pc:sldMk cId="3333560324" sldId="261"/>
            <ac:spMk id="8" creationId="{8D70B121-56F4-4848-B38B-182089D909FA}"/>
          </ac:spMkLst>
        </pc:spChg>
        <pc:spChg chg="add del">
          <ac:chgData name="Quốc Bảo Ngô" userId="feee37ac1c8ea418" providerId="LiveId" clId="{5B504E0A-FB3E-4077-9B73-29E396ED3009}" dt="2020-02-27T14:39:44.807" v="1301" actId="26606"/>
          <ac:spMkLst>
            <pc:docMk/>
            <pc:sldMk cId="3333560324" sldId="261"/>
            <ac:spMk id="10" creationId="{122F9423-F4B1-45D4-8445-E9991ECCBCCF}"/>
          </ac:spMkLst>
        </pc:spChg>
        <pc:spChg chg="add del">
          <ac:chgData name="Quốc Bảo Ngô" userId="feee37ac1c8ea418" providerId="LiveId" clId="{5B504E0A-FB3E-4077-9B73-29E396ED3009}" dt="2020-02-27T14:39:59.735" v="1317" actId="26606"/>
          <ac:spMkLst>
            <pc:docMk/>
            <pc:sldMk cId="3333560324" sldId="261"/>
            <ac:spMk id="14" creationId="{472E3A19-F5D5-48FC-BB9C-48C2F68F598B}"/>
          </ac:spMkLst>
        </pc:spChg>
        <pc:spChg chg="add del">
          <ac:chgData name="Quốc Bảo Ngô" userId="feee37ac1c8ea418" providerId="LiveId" clId="{5B504E0A-FB3E-4077-9B73-29E396ED3009}" dt="2020-02-27T14:40:06.780" v="1323" actId="26606"/>
          <ac:spMkLst>
            <pc:docMk/>
            <pc:sldMk cId="3333560324" sldId="261"/>
            <ac:spMk id="15" creationId="{3873B707-463F-40B0-8227-E8CC6C67EB25}"/>
          </ac:spMkLst>
        </pc:spChg>
        <pc:spChg chg="add del">
          <ac:chgData name="Quốc Bảo Ngô" userId="feee37ac1c8ea418" providerId="LiveId" clId="{5B504E0A-FB3E-4077-9B73-29E396ED3009}" dt="2020-02-27T14:39:46.739" v="1303" actId="26606"/>
          <ac:spMkLst>
            <pc:docMk/>
            <pc:sldMk cId="3333560324" sldId="261"/>
            <ac:spMk id="16" creationId="{122F9423-F4B1-45D4-8445-E9991ECCBCCF}"/>
          </ac:spMkLst>
        </pc:spChg>
        <pc:spChg chg="add del">
          <ac:chgData name="Quốc Bảo Ngô" userId="feee37ac1c8ea418" providerId="LiveId" clId="{5B504E0A-FB3E-4077-9B73-29E396ED3009}" dt="2020-02-27T14:39:59.735" v="1317" actId="26606"/>
          <ac:spMkLst>
            <pc:docMk/>
            <pc:sldMk cId="3333560324" sldId="261"/>
            <ac:spMk id="18" creationId="{14E91B64-9FCC-451E-AFB4-A827D6329367}"/>
          </ac:spMkLst>
        </pc:spChg>
        <pc:spChg chg="add del">
          <ac:chgData name="Quốc Bảo Ngô" userId="feee37ac1c8ea418" providerId="LiveId" clId="{5B504E0A-FB3E-4077-9B73-29E396ED3009}" dt="2020-02-27T14:39:47.874" v="1305" actId="26606"/>
          <ac:spMkLst>
            <pc:docMk/>
            <pc:sldMk cId="3333560324" sldId="261"/>
            <ac:spMk id="22" creationId="{122F9423-F4B1-45D4-8445-E9991ECCBCCF}"/>
          </ac:spMkLst>
        </pc:spChg>
        <pc:spChg chg="add del">
          <ac:chgData name="Quốc Bảo Ngô" userId="feee37ac1c8ea418" providerId="LiveId" clId="{5B504E0A-FB3E-4077-9B73-29E396ED3009}" dt="2020-02-27T14:39:48.950" v="1307" actId="26606"/>
          <ac:spMkLst>
            <pc:docMk/>
            <pc:sldMk cId="3333560324" sldId="261"/>
            <ac:spMk id="26" creationId="{122F9423-F4B1-45D4-8445-E9991ECCBCCF}"/>
          </ac:spMkLst>
        </pc:spChg>
        <pc:spChg chg="add del">
          <ac:chgData name="Quốc Bảo Ngô" userId="feee37ac1c8ea418" providerId="LiveId" clId="{5B504E0A-FB3E-4077-9B73-29E396ED3009}" dt="2020-02-27T14:39:52.090" v="1309" actId="26606"/>
          <ac:spMkLst>
            <pc:docMk/>
            <pc:sldMk cId="3333560324" sldId="261"/>
            <ac:spMk id="32" creationId="{46C2E80F-49A6-4372-B103-219D417A55ED}"/>
          </ac:spMkLst>
        </pc:spChg>
        <pc:spChg chg="add del">
          <ac:chgData name="Quốc Bảo Ngô" userId="feee37ac1c8ea418" providerId="LiveId" clId="{5B504E0A-FB3E-4077-9B73-29E396ED3009}" dt="2020-02-27T14:39:52.587" v="1311" actId="26606"/>
          <ac:spMkLst>
            <pc:docMk/>
            <pc:sldMk cId="3333560324" sldId="261"/>
            <ac:spMk id="36" creationId="{28B3ACAC-8ADA-40F2-B735-1D019803B9A9}"/>
          </ac:spMkLst>
        </pc:spChg>
        <pc:spChg chg="add del">
          <ac:chgData name="Quốc Bảo Ngô" userId="feee37ac1c8ea418" providerId="LiveId" clId="{5B504E0A-FB3E-4077-9B73-29E396ED3009}" dt="2020-02-27T14:39:57.382" v="1313" actId="26606"/>
          <ac:spMkLst>
            <pc:docMk/>
            <pc:sldMk cId="3333560324" sldId="261"/>
            <ac:spMk id="38" creationId="{EA67B5B4-3A24-436E-B663-1B2EBFF8A0CD}"/>
          </ac:spMkLst>
        </pc:spChg>
        <pc:spChg chg="add del">
          <ac:chgData name="Quốc Bảo Ngô" userId="feee37ac1c8ea418" providerId="LiveId" clId="{5B504E0A-FB3E-4077-9B73-29E396ED3009}" dt="2020-02-27T14:39:57.382" v="1313" actId="26606"/>
          <ac:spMkLst>
            <pc:docMk/>
            <pc:sldMk cId="3333560324" sldId="261"/>
            <ac:spMk id="39" creationId="{987FDF89-C993-41F4-A1B8-DBAFF16008A9}"/>
          </ac:spMkLst>
        </pc:spChg>
        <pc:spChg chg="add del">
          <ac:chgData name="Quốc Bảo Ngô" userId="feee37ac1c8ea418" providerId="LiveId" clId="{5B504E0A-FB3E-4077-9B73-29E396ED3009}" dt="2020-02-27T14:39:57.382" v="1313" actId="26606"/>
          <ac:spMkLst>
            <pc:docMk/>
            <pc:sldMk cId="3333560324" sldId="261"/>
            <ac:spMk id="40" creationId="{D1D7179B-FF7C-482F-B3D9-2BE9ED1139F9}"/>
          </ac:spMkLst>
        </pc:spChg>
        <pc:spChg chg="add del">
          <ac:chgData name="Quốc Bảo Ngô" userId="feee37ac1c8ea418" providerId="LiveId" clId="{5B504E0A-FB3E-4077-9B73-29E396ED3009}" dt="2020-02-27T14:39:57.382" v="1313" actId="26606"/>
          <ac:spMkLst>
            <pc:docMk/>
            <pc:sldMk cId="3333560324" sldId="261"/>
            <ac:spMk id="41" creationId="{28B3ACAC-8ADA-40F2-B735-1D019803B9A9}"/>
          </ac:spMkLst>
        </pc:spChg>
        <pc:spChg chg="add del">
          <ac:chgData name="Quốc Bảo Ngô" userId="feee37ac1c8ea418" providerId="LiveId" clId="{5B504E0A-FB3E-4077-9B73-29E396ED3009}" dt="2020-02-27T14:39:58.736" v="1315" actId="26606"/>
          <ac:spMkLst>
            <pc:docMk/>
            <pc:sldMk cId="3333560324" sldId="261"/>
            <ac:spMk id="43" creationId="{8D70B121-56F4-4848-B38B-182089D909FA}"/>
          </ac:spMkLst>
        </pc:spChg>
        <pc:spChg chg="add del">
          <ac:chgData name="Quốc Bảo Ngô" userId="feee37ac1c8ea418" providerId="LiveId" clId="{5B504E0A-FB3E-4077-9B73-29E396ED3009}" dt="2020-02-27T14:39:58.736" v="1315" actId="26606"/>
          <ac:spMkLst>
            <pc:docMk/>
            <pc:sldMk cId="3333560324" sldId="261"/>
            <ac:spMk id="45" creationId="{28B3ACAC-8ADA-40F2-B735-1D019803B9A9}"/>
          </ac:spMkLst>
        </pc:spChg>
        <pc:spChg chg="add del">
          <ac:chgData name="Quốc Bảo Ngô" userId="feee37ac1c8ea418" providerId="LiveId" clId="{5B504E0A-FB3E-4077-9B73-29E396ED3009}" dt="2020-02-27T14:39:59.735" v="1317" actId="26606"/>
          <ac:spMkLst>
            <pc:docMk/>
            <pc:sldMk cId="3333560324" sldId="261"/>
            <ac:spMk id="47" creationId="{827B839B-9ADE-406B-8590-F1CAEDED45A1}"/>
          </ac:spMkLst>
        </pc:spChg>
        <pc:spChg chg="add del">
          <ac:chgData name="Quốc Bảo Ngô" userId="feee37ac1c8ea418" providerId="LiveId" clId="{5B504E0A-FB3E-4077-9B73-29E396ED3009}" dt="2020-02-27T14:39:59.735" v="1317" actId="26606"/>
          <ac:spMkLst>
            <pc:docMk/>
            <pc:sldMk cId="3333560324" sldId="261"/>
            <ac:spMk id="48" creationId="{CFE45BF0-46DB-408C-B5F7-7B11716805D4}"/>
          </ac:spMkLst>
        </pc:spChg>
        <pc:spChg chg="add del">
          <ac:chgData name="Quốc Bảo Ngô" userId="feee37ac1c8ea418" providerId="LiveId" clId="{5B504E0A-FB3E-4077-9B73-29E396ED3009}" dt="2020-02-27T14:39:59.735" v="1317" actId="26606"/>
          <ac:spMkLst>
            <pc:docMk/>
            <pc:sldMk cId="3333560324" sldId="261"/>
            <ac:spMk id="49" creationId="{2AEBC8F2-97B1-41B4-93F1-2D289E197FBA}"/>
          </ac:spMkLst>
        </pc:spChg>
        <pc:spChg chg="add del">
          <ac:chgData name="Quốc Bảo Ngô" userId="feee37ac1c8ea418" providerId="LiveId" clId="{5B504E0A-FB3E-4077-9B73-29E396ED3009}" dt="2020-02-27T14:39:59.735" v="1317" actId="26606"/>
          <ac:spMkLst>
            <pc:docMk/>
            <pc:sldMk cId="3333560324" sldId="261"/>
            <ac:spMk id="50" creationId="{7A62E32F-BB65-43A8-8EB5-92346890E549}"/>
          </ac:spMkLst>
        </pc:spChg>
        <pc:spChg chg="add del">
          <ac:chgData name="Quốc Bảo Ngô" userId="feee37ac1c8ea418" providerId="LiveId" clId="{5B504E0A-FB3E-4077-9B73-29E396ED3009}" dt="2020-02-27T14:39:59.735" v="1317" actId="26606"/>
          <ac:spMkLst>
            <pc:docMk/>
            <pc:sldMk cId="3333560324" sldId="261"/>
            <ac:spMk id="51" creationId="{28B3ACAC-8ADA-40F2-B735-1D019803B9A9}"/>
          </ac:spMkLst>
        </pc:spChg>
        <pc:spChg chg="add del">
          <ac:chgData name="Quốc Bảo Ngô" userId="feee37ac1c8ea418" providerId="LiveId" clId="{5B504E0A-FB3E-4077-9B73-29E396ED3009}" dt="2020-02-27T14:40:00.839" v="1319" actId="26606"/>
          <ac:spMkLst>
            <pc:docMk/>
            <pc:sldMk cId="3333560324" sldId="261"/>
            <ac:spMk id="53" creationId="{C7FA33FF-088D-4F16-95A2-2C64D353DEA8}"/>
          </ac:spMkLst>
        </pc:spChg>
        <pc:spChg chg="add del">
          <ac:chgData name="Quốc Bảo Ngô" userId="feee37ac1c8ea418" providerId="LiveId" clId="{5B504E0A-FB3E-4077-9B73-29E396ED3009}" dt="2020-02-27T14:40:00.839" v="1319" actId="26606"/>
          <ac:spMkLst>
            <pc:docMk/>
            <pc:sldMk cId="3333560324" sldId="261"/>
            <ac:spMk id="54" creationId="{A376EFB1-01CF-419F-ABF1-2AF02BBFCBD1}"/>
          </ac:spMkLst>
        </pc:spChg>
        <pc:spChg chg="add del">
          <ac:chgData name="Quốc Bảo Ngô" userId="feee37ac1c8ea418" providerId="LiveId" clId="{5B504E0A-FB3E-4077-9B73-29E396ED3009}" dt="2020-02-27T14:40:00.839" v="1319" actId="26606"/>
          <ac:spMkLst>
            <pc:docMk/>
            <pc:sldMk cId="3333560324" sldId="261"/>
            <ac:spMk id="55" creationId="{FF9DEA15-78BD-4750-AA18-B9F28A6D5AB8}"/>
          </ac:spMkLst>
        </pc:spChg>
        <pc:spChg chg="add del">
          <ac:chgData name="Quốc Bảo Ngô" userId="feee37ac1c8ea418" providerId="LiveId" clId="{5B504E0A-FB3E-4077-9B73-29E396ED3009}" dt="2020-02-27T14:40:00.839" v="1319" actId="26606"/>
          <ac:spMkLst>
            <pc:docMk/>
            <pc:sldMk cId="3333560324" sldId="261"/>
            <ac:spMk id="56" creationId="{28B3ACAC-8ADA-40F2-B735-1D019803B9A9}"/>
          </ac:spMkLst>
        </pc:spChg>
        <pc:spChg chg="add del">
          <ac:chgData name="Quốc Bảo Ngô" userId="feee37ac1c8ea418" providerId="LiveId" clId="{5B504E0A-FB3E-4077-9B73-29E396ED3009}" dt="2020-02-27T14:40:01.567" v="1321" actId="26606"/>
          <ac:spMkLst>
            <pc:docMk/>
            <pc:sldMk cId="3333560324" sldId="261"/>
            <ac:spMk id="58" creationId="{6A1473A6-3F22-483E-8A30-80B9D2B14592}"/>
          </ac:spMkLst>
        </pc:spChg>
        <pc:spChg chg="add del">
          <ac:chgData name="Quốc Bảo Ngô" userId="feee37ac1c8ea418" providerId="LiveId" clId="{5B504E0A-FB3E-4077-9B73-29E396ED3009}" dt="2020-02-27T14:40:01.567" v="1321" actId="26606"/>
          <ac:spMkLst>
            <pc:docMk/>
            <pc:sldMk cId="3333560324" sldId="261"/>
            <ac:spMk id="61" creationId="{28B3ACAC-8ADA-40F2-B735-1D019803B9A9}"/>
          </ac:spMkLst>
        </pc:spChg>
        <pc:spChg chg="add del">
          <ac:chgData name="Quốc Bảo Ngô" userId="feee37ac1c8ea418" providerId="LiveId" clId="{5B504E0A-FB3E-4077-9B73-29E396ED3009}" dt="2020-02-27T14:40:06.780" v="1323" actId="26606"/>
          <ac:spMkLst>
            <pc:docMk/>
            <pc:sldMk cId="3333560324" sldId="261"/>
            <ac:spMk id="63" creationId="{7515D20E-1AB7-4E74-9236-2B72B63D60B6}"/>
          </ac:spMkLst>
        </pc:spChg>
        <pc:spChg chg="add del">
          <ac:chgData name="Quốc Bảo Ngô" userId="feee37ac1c8ea418" providerId="LiveId" clId="{5B504E0A-FB3E-4077-9B73-29E396ED3009}" dt="2020-02-27T14:40:06.780" v="1323" actId="26606"/>
          <ac:spMkLst>
            <pc:docMk/>
            <pc:sldMk cId="3333560324" sldId="261"/>
            <ac:spMk id="68" creationId="{19C9EAEA-39D0-4B0E-A0EB-51E7B26740B1}"/>
          </ac:spMkLst>
        </pc:spChg>
        <pc:spChg chg="add del">
          <ac:chgData name="Quốc Bảo Ngô" userId="feee37ac1c8ea418" providerId="LiveId" clId="{5B504E0A-FB3E-4077-9B73-29E396ED3009}" dt="2020-02-27T14:40:06.780" v="1323" actId="26606"/>
          <ac:spMkLst>
            <pc:docMk/>
            <pc:sldMk cId="3333560324" sldId="261"/>
            <ac:spMk id="69" creationId="{28B3ACAC-8ADA-40F2-B735-1D019803B9A9}"/>
          </ac:spMkLst>
        </pc:spChg>
        <pc:grpChg chg="add del">
          <ac:chgData name="Quốc Bảo Ngô" userId="feee37ac1c8ea418" providerId="LiveId" clId="{5B504E0A-FB3E-4077-9B73-29E396ED3009}" dt="2020-02-27T14:39:44.807" v="1301" actId="26606"/>
          <ac:grpSpMkLst>
            <pc:docMk/>
            <pc:sldMk cId="3333560324" sldId="261"/>
            <ac:grpSpMk id="12" creationId="{770AE191-D2EA-45C9-A44D-830C188F74CB}"/>
          </ac:grpSpMkLst>
        </pc:grpChg>
        <pc:grpChg chg="add del">
          <ac:chgData name="Quốc Bảo Ngô" userId="feee37ac1c8ea418" providerId="LiveId" clId="{5B504E0A-FB3E-4077-9B73-29E396ED3009}" dt="2020-02-27T14:39:46.739" v="1303" actId="26606"/>
          <ac:grpSpMkLst>
            <pc:docMk/>
            <pc:sldMk cId="3333560324" sldId="261"/>
            <ac:grpSpMk id="17" creationId="{770AE191-D2EA-45C9-A44D-830C188F74CB}"/>
          </ac:grpSpMkLst>
        </pc:grpChg>
        <pc:grpChg chg="add del">
          <ac:chgData name="Quốc Bảo Ngô" userId="feee37ac1c8ea418" providerId="LiveId" clId="{5B504E0A-FB3E-4077-9B73-29E396ED3009}" dt="2020-02-27T14:39:47.874" v="1305" actId="26606"/>
          <ac:grpSpMkLst>
            <pc:docMk/>
            <pc:sldMk cId="3333560324" sldId="261"/>
            <ac:grpSpMk id="23" creationId="{770AE191-D2EA-45C9-A44D-830C188F74CB}"/>
          </ac:grpSpMkLst>
        </pc:grpChg>
        <pc:grpChg chg="add del">
          <ac:chgData name="Quốc Bảo Ngô" userId="feee37ac1c8ea418" providerId="LiveId" clId="{5B504E0A-FB3E-4077-9B73-29E396ED3009}" dt="2020-02-27T14:39:48.950" v="1307" actId="26606"/>
          <ac:grpSpMkLst>
            <pc:docMk/>
            <pc:sldMk cId="3333560324" sldId="261"/>
            <ac:grpSpMk id="27" creationId="{770AE191-D2EA-45C9-A44D-830C188F74CB}"/>
          </ac:grpSpMkLst>
        </pc:grpChg>
        <pc:grpChg chg="add del">
          <ac:chgData name="Quốc Bảo Ngô" userId="feee37ac1c8ea418" providerId="LiveId" clId="{5B504E0A-FB3E-4077-9B73-29E396ED3009}" dt="2020-02-27T14:40:01.567" v="1321" actId="26606"/>
          <ac:grpSpMkLst>
            <pc:docMk/>
            <pc:sldMk cId="3333560324" sldId="261"/>
            <ac:grpSpMk id="59" creationId="{AA1375E3-3E53-4D75-BAB7-E5929BFCB25F}"/>
          </ac:grpSpMkLst>
        </pc:grpChg>
        <pc:grpChg chg="add del">
          <ac:chgData name="Quốc Bảo Ngô" userId="feee37ac1c8ea418" providerId="LiveId" clId="{5B504E0A-FB3E-4077-9B73-29E396ED3009}" dt="2020-02-27T14:40:06.780" v="1323" actId="26606"/>
          <ac:grpSpMkLst>
            <pc:docMk/>
            <pc:sldMk cId="3333560324" sldId="261"/>
            <ac:grpSpMk id="64" creationId="{032D8612-31EB-44CF-A1D0-14FD4C705424}"/>
          </ac:grpSpMkLst>
        </pc:grpChg>
        <pc:graphicFrameChg chg="add del">
          <ac:chgData name="Quốc Bảo Ngô" userId="feee37ac1c8ea418" providerId="LiveId" clId="{5B504E0A-FB3E-4077-9B73-29E396ED3009}" dt="2020-02-27T14:39:44.807" v="1301" actId="26606"/>
          <ac:graphicFrameMkLst>
            <pc:docMk/>
            <pc:sldMk cId="3333560324" sldId="261"/>
            <ac:graphicFrameMk id="5" creationId="{A7E5D521-B714-40C6-9227-A9C2884BF3A5}"/>
          </ac:graphicFrameMkLst>
        </pc:graphicFrameChg>
        <pc:graphicFrameChg chg="add del">
          <ac:chgData name="Quốc Bảo Ngô" userId="feee37ac1c8ea418" providerId="LiveId" clId="{5B504E0A-FB3E-4077-9B73-29E396ED3009}" dt="2020-02-27T14:39:46.739" v="1303" actId="26606"/>
          <ac:graphicFrameMkLst>
            <pc:docMk/>
            <pc:sldMk cId="3333560324" sldId="261"/>
            <ac:graphicFrameMk id="20" creationId="{F7519DBB-68C9-4041-B4B0-D0C8928D6F4D}"/>
          </ac:graphicFrameMkLst>
        </pc:graphicFrameChg>
        <pc:graphicFrameChg chg="add del">
          <ac:chgData name="Quốc Bảo Ngô" userId="feee37ac1c8ea418" providerId="LiveId" clId="{5B504E0A-FB3E-4077-9B73-29E396ED3009}" dt="2020-02-27T14:39:47.874" v="1305" actId="26606"/>
          <ac:graphicFrameMkLst>
            <pc:docMk/>
            <pc:sldMk cId="3333560324" sldId="261"/>
            <ac:graphicFrameMk id="24" creationId="{A7E5D521-B714-40C6-9227-A9C2884BF3A5}"/>
          </ac:graphicFrameMkLst>
        </pc:graphicFrameChg>
        <pc:graphicFrameChg chg="add del">
          <ac:chgData name="Quốc Bảo Ngô" userId="feee37ac1c8ea418" providerId="LiveId" clId="{5B504E0A-FB3E-4077-9B73-29E396ED3009}" dt="2020-02-27T14:39:48.950" v="1307" actId="26606"/>
          <ac:graphicFrameMkLst>
            <pc:docMk/>
            <pc:sldMk cId="3333560324" sldId="261"/>
            <ac:graphicFrameMk id="30" creationId="{F7519DBB-68C9-4041-B4B0-D0C8928D6F4D}"/>
          </ac:graphicFrameMkLst>
        </pc:graphicFrameChg>
        <pc:graphicFrameChg chg="add del">
          <ac:chgData name="Quốc Bảo Ngô" userId="feee37ac1c8ea418" providerId="LiveId" clId="{5B504E0A-FB3E-4077-9B73-29E396ED3009}" dt="2020-02-27T14:39:52.090" v="1309" actId="26606"/>
          <ac:graphicFrameMkLst>
            <pc:docMk/>
            <pc:sldMk cId="3333560324" sldId="261"/>
            <ac:graphicFrameMk id="33" creationId="{D9C5B258-C391-40CE-8CFA-CA2EBADCA75D}"/>
          </ac:graphicFrameMkLst>
        </pc:graphicFrameChg>
        <pc:cxnChg chg="add del">
          <ac:chgData name="Quốc Bảo Ngô" userId="feee37ac1c8ea418" providerId="LiveId" clId="{5B504E0A-FB3E-4077-9B73-29E396ED3009}" dt="2020-02-27T14:39:52.587" v="1311" actId="26606"/>
          <ac:cxnSpMkLst>
            <pc:docMk/>
            <pc:sldMk cId="3333560324" sldId="261"/>
            <ac:cxnSpMk id="35" creationId="{2D72A2C9-F3CA-4216-8BAD-FA4C970C3C4E}"/>
          </ac:cxnSpMkLst>
        </pc:cxnChg>
        <pc:cxnChg chg="add del">
          <ac:chgData name="Quốc Bảo Ngô" userId="feee37ac1c8ea418" providerId="LiveId" clId="{5B504E0A-FB3E-4077-9B73-29E396ED3009}" dt="2020-02-27T14:39:58.736" v="1315" actId="26606"/>
          <ac:cxnSpMkLst>
            <pc:docMk/>
            <pc:sldMk cId="3333560324" sldId="261"/>
            <ac:cxnSpMk id="44" creationId="{2D72A2C9-F3CA-4216-8BAD-FA4C970C3C4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C0A-E2CA-415B-81A4-672D7A34B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767CA-F707-475B-BC59-DA151A35A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B9E8A-78F2-4C37-A075-DF38412E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F15FB-FD0F-4342-B8A0-1F4B7B43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1021-B512-4838-B848-36640579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1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D90E-61E1-41A2-ADF5-096A0ACE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C5439-DE67-48DB-9AE2-53474375F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EA9E8-363F-4C1E-A071-5592EE45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94CAA-38E5-4663-8A4A-A6C8CBBB1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40713-9DDE-4C52-9AD3-ABE47073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0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BAD1-57C1-4331-9729-E4D9512E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74B09-E992-4CA8-B48F-B19A26B49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68BB9-DB2A-417D-85D0-B80111F5F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90738-F51C-406D-B1C0-89803D35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6B6C6-4C3A-42E6-B818-E48BA857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9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DE36-F26B-4F42-B755-7DEB2E0A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C112-3301-4EAB-8EA2-5DC816533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E8F31-3312-42E8-86AA-E808BFFFE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B4130-3A12-4C3F-BBD9-94A020BE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46057-E906-49E1-8E68-66F72EAC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D2335-47DA-4EAA-A726-57326ABC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A81F-BF70-47A1-918C-F303AC7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34CD7-46E1-47D3-BD86-166BD776D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C2C5B-8B3C-458D-B88A-D34260398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D7A42-25BF-45FB-90AA-BED730C01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5CD5B-DDDD-488C-B74E-83D533C87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0AC06-A672-4E45-95C2-EE5EAA803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27BB6-0960-4EAC-981A-12ABDC3F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67710-F87E-4FCB-995E-84A1D6D4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2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C8C70-6BA5-4BEE-8225-FDF42327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920DE-E2FE-48D2-B7B5-20E711E60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A2B30-0879-4D6A-814C-9EF776F4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D3FFC-E413-46AD-9332-7A3841DF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58189C-6617-4A73-A3ED-D964E348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FB81E-DA5C-47C9-ABB7-F3481385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6EB1D-858D-4FA5-B123-2C70513D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0584-5CDD-4E7E-8A07-81099A15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95C6-D93C-4C9D-88EE-F409D13D0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87FD7-C21F-40D9-BCB4-F7758A6BF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85AF-66FA-42D2-BDD6-4CE85E85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9C90D-CDAB-43F5-8A9B-7BA2CFC7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69BDA-CB7D-4CEC-9649-C663BF70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8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457B-F2C9-41EA-9D41-493BBC29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7C8BF7-14F3-467C-8BF0-18823FBE3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4EC4A-90CD-403F-9E53-FA1EB7EE4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B968C-E9D0-4BE6-B5B5-8B0C3F5E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9C883-8310-4047-AC10-0EAB9A57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E7A29-3281-4CE5-B88D-E3F448BA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2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149B-AEA7-45F2-A2FB-19745204D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C872F-85F0-4D82-B50B-F5D2AE3D0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5365D-F89A-4C06-827E-70390B24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707CA-E492-47C8-8E22-6ECAAB48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63B8-A369-44B6-B701-04A72AE6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68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964AB4-2419-43CD-814A-08E3E0445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6F86C-C295-438B-B5D7-0E3DE64E6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3E6B3-49AA-4E20-A159-D23B7A34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8501-5CAC-4789-A7EC-04021DB0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87EBE-3228-4360-8255-20CF1E60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5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86BAA-DF80-4C6F-9549-1864E4B4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3B95F-FBE6-4658-ADD2-429276CC3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63764-DB59-4833-A266-1D593BA61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09570-B808-4B05-AA90-45811B67BCD5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9BB8F-3104-479E-989B-AD9CFCC7E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07BCA-6E66-45E7-9EF1-7BCF0AB8C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FAB82-D3C5-4586-A599-7537BC726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354608-2C0B-45C8-8C8B-8E3ED2EF5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ircuit board&#10;&#10;Description automatically generated">
            <a:extLst>
              <a:ext uri="{FF2B5EF4-FFF2-40B4-BE49-F238E27FC236}">
                <a16:creationId xmlns:a16="http://schemas.microsoft.com/office/drawing/2014/main" id="{CED42027-0763-4D20-9812-AD860998D7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/>
        </p:blipFill>
        <p:spPr>
          <a:xfrm>
            <a:off x="2" y="10"/>
            <a:ext cx="1219199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AC327-888D-4833-8E75-3942D384D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937" y="1564653"/>
            <a:ext cx="7010018" cy="2288225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latin typeface="Segoe UI Black" panose="020B0A02040204020203" pitchFamily="34" charset="0"/>
                <a:ea typeface="Segoe UI Black" panose="020B0A02040204020203" pitchFamily="34" charset="0"/>
              </a:rPr>
              <a:t>Chapter 4: Cache memory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69EB637-CEDE-43AD-8B65-DDD63C08F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90870" y="2245586"/>
            <a:ext cx="1262906" cy="1108260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tx1">
              <a:alpha val="40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7" name="Picture 6" descr="A circuit board&#10;&#10;Description automatically generated">
            <a:extLst>
              <a:ext uri="{FF2B5EF4-FFF2-40B4-BE49-F238E27FC236}">
                <a16:creationId xmlns:a16="http://schemas.microsoft.com/office/drawing/2014/main" id="{B95AF8A9-7697-4F47-B583-EB429C7A98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" r="-3" b="8764"/>
          <a:stretch/>
        </p:blipFill>
        <p:spPr>
          <a:xfrm>
            <a:off x="933974" y="911082"/>
            <a:ext cx="2034550" cy="1797684"/>
          </a:xfrm>
          <a:custGeom>
            <a:avLst/>
            <a:gdLst/>
            <a:ahLst/>
            <a:cxnLst/>
            <a:rect l="l" t="t" r="r" b="b"/>
            <a:pathLst>
              <a:path w="2034550" h="1797684">
                <a:moveTo>
                  <a:pt x="585760" y="0"/>
                </a:moveTo>
                <a:cubicBezTo>
                  <a:pt x="585760" y="0"/>
                  <a:pt x="585760" y="0"/>
                  <a:pt x="1448790" y="0"/>
                </a:cubicBezTo>
                <a:cubicBezTo>
                  <a:pt x="1502846" y="0"/>
                  <a:pt x="1555038" y="29714"/>
                  <a:pt x="1581134" y="77999"/>
                </a:cubicBezTo>
                <a:cubicBezTo>
                  <a:pt x="1581134" y="77999"/>
                  <a:pt x="1581134" y="77999"/>
                  <a:pt x="2013580" y="822701"/>
                </a:cubicBezTo>
                <a:cubicBezTo>
                  <a:pt x="2041540" y="869128"/>
                  <a:pt x="2041540" y="928556"/>
                  <a:pt x="2013580" y="974984"/>
                </a:cubicBezTo>
                <a:cubicBezTo>
                  <a:pt x="2013580" y="974984"/>
                  <a:pt x="2013580" y="974984"/>
                  <a:pt x="1581134" y="1719685"/>
                </a:cubicBezTo>
                <a:cubicBezTo>
                  <a:pt x="1555038" y="1767970"/>
                  <a:pt x="1502846" y="1797684"/>
                  <a:pt x="1448790" y="1797684"/>
                </a:cubicBezTo>
                <a:cubicBezTo>
                  <a:pt x="1448790" y="1797684"/>
                  <a:pt x="1448790" y="1797684"/>
                  <a:pt x="585760" y="1797684"/>
                </a:cubicBezTo>
                <a:cubicBezTo>
                  <a:pt x="529841" y="1797684"/>
                  <a:pt x="479513" y="1767970"/>
                  <a:pt x="451553" y="1719685"/>
                </a:cubicBezTo>
                <a:cubicBezTo>
                  <a:pt x="451553" y="1719685"/>
                  <a:pt x="451553" y="1719685"/>
                  <a:pt x="20970" y="974984"/>
                </a:cubicBezTo>
                <a:cubicBezTo>
                  <a:pt x="-6990" y="928556"/>
                  <a:pt x="-6990" y="869128"/>
                  <a:pt x="20970" y="822701"/>
                </a:cubicBezTo>
                <a:cubicBezTo>
                  <a:pt x="20970" y="822701"/>
                  <a:pt x="20970" y="822701"/>
                  <a:pt x="451553" y="77999"/>
                </a:cubicBezTo>
                <a:cubicBezTo>
                  <a:pt x="479513" y="29714"/>
                  <a:pt x="529841" y="0"/>
                  <a:pt x="585760" y="0"/>
                </a:cubicBezTo>
                <a:close/>
              </a:path>
            </a:pathLst>
          </a:custGeom>
          <a:ln w="63500">
            <a:solidFill>
              <a:schemeClr val="tx1">
                <a:alpha val="80000"/>
              </a:schemeClr>
            </a:solidFill>
          </a:ln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B0FAED46-1BF7-48DB-980D-571CD2A3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362936" y="1825453"/>
            <a:ext cx="799094" cy="701243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40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5D38599-6763-486E-B5EC-066B22AEBB61}"/>
              </a:ext>
            </a:extLst>
          </p:cNvPr>
          <p:cNvSpPr txBox="1">
            <a:spLocks/>
          </p:cNvSpPr>
          <p:nvPr/>
        </p:nvSpPr>
        <p:spPr>
          <a:xfrm>
            <a:off x="838200" y="2619300"/>
            <a:ext cx="10515600" cy="177176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56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Characteristics of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5600" dirty="0">
                <a:solidFill>
                  <a:schemeClr val="bg1">
                    <a:lumMod val="8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Memory Systems</a:t>
            </a:r>
          </a:p>
        </p:txBody>
      </p:sp>
    </p:spTree>
    <p:extLst>
      <p:ext uri="{BB962C8B-B14F-4D97-AF65-F5344CB8AC3E}">
        <p14:creationId xmlns:p14="http://schemas.microsoft.com/office/powerpoint/2010/main" val="4868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lowchart: Document 6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B3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E144F-7E24-4B78-8433-976E42C1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24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Key Characteristics of Computer Memory Systems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8703F10-9D70-4AA8-9EB6-EA179FDD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1271149"/>
            <a:ext cx="7347537" cy="431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83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2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4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0" name="Group 16">
            <a:extLst>
              <a:ext uri="{FF2B5EF4-FFF2-40B4-BE49-F238E27FC236}">
                <a16:creationId xmlns:a16="http://schemas.microsoft.com/office/drawing/2014/main" id="{9C6E8597-0CCE-4A8A-9326-AA52691A1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0080" y="640080"/>
            <a:ext cx="1128382" cy="847206"/>
            <a:chOff x="5307830" y="325570"/>
            <a:chExt cx="1128382" cy="8472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E78FE76E-DF1D-420B-957F-8ECE93C02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5">
              <a:extLst>
                <a:ext uri="{FF2B5EF4-FFF2-40B4-BE49-F238E27FC236}">
                  <a16:creationId xmlns:a16="http://schemas.microsoft.com/office/drawing/2014/main" id="{CF2F61F0-9758-4DEF-AC08-7B00F04A4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FF0085-E1C5-41E8-ACE6-CA68CE380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55" y="520391"/>
            <a:ext cx="4220967" cy="1717091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9F116-15F5-47D9-90FB-7931B0BE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47" y="342359"/>
            <a:ext cx="4849488" cy="20731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C285-36D3-4F44-95AE-76850DB7A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55" y="2608997"/>
            <a:ext cx="4861985" cy="3765333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Internal memory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Often known as main memory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Processor requires its own local memory in the form registers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Further, the control unit of the processor may also require its own internal memory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Cache is another form of internal memory</a:t>
            </a:r>
          </a:p>
          <a:p>
            <a:pPr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External memory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Peripheral storage devices such as disk, tape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Accessible to the processor via I/O controllers</a:t>
            </a:r>
          </a:p>
          <a:p>
            <a:pPr lvl="1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" name="Picture 7" descr="A picture containing circuit&#10;&#10;Description automatically generated">
            <a:extLst>
              <a:ext uri="{FF2B5EF4-FFF2-40B4-BE49-F238E27FC236}">
                <a16:creationId xmlns:a16="http://schemas.microsoft.com/office/drawing/2014/main" id="{A2D026C4-CDB5-44E8-834B-2795B469F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047" y="3736596"/>
            <a:ext cx="2252590" cy="1871382"/>
          </a:xfrm>
          <a:prstGeom prst="rect">
            <a:avLst/>
          </a:prstGeom>
        </p:spPr>
      </p:pic>
      <p:pic>
        <p:nvPicPr>
          <p:cNvPr id="6" name="Picture 5" descr="A picture containing device, electronics&#10;&#10;Description automatically generated">
            <a:extLst>
              <a:ext uri="{FF2B5EF4-FFF2-40B4-BE49-F238E27FC236}">
                <a16:creationId xmlns:a16="http://schemas.microsoft.com/office/drawing/2014/main" id="{FE3F3FA7-B963-4EE7-978E-A729B4432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554" y="3562066"/>
            <a:ext cx="2176043" cy="217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983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94">
            <a:extLst>
              <a:ext uri="{FF2B5EF4-FFF2-40B4-BE49-F238E27FC236}">
                <a16:creationId xmlns:a16="http://schemas.microsoft.com/office/drawing/2014/main" id="{6EFFF4A2-EB01-4738-9824-8D9A72A5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96">
            <a:extLst>
              <a:ext uri="{FF2B5EF4-FFF2-40B4-BE49-F238E27FC236}">
                <a16:creationId xmlns:a16="http://schemas.microsoft.com/office/drawing/2014/main" id="{23D97D8B-CFC5-431A-AA32-93C4522A6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233674"/>
            <a:ext cx="12192000" cy="2624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48D62-E097-4430-87F9-3F5796ACC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4535424"/>
            <a:ext cx="3685032" cy="15861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Capacity</a:t>
            </a:r>
          </a:p>
        </p:txBody>
      </p:sp>
      <p:pic>
        <p:nvPicPr>
          <p:cNvPr id="12" name="Content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24498E6A-A658-4769-8008-0E819F5ED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638" y="4357256"/>
            <a:ext cx="4238590" cy="2377161"/>
          </a:xfrm>
        </p:spPr>
      </p:pic>
      <p:grpSp>
        <p:nvGrpSpPr>
          <p:cNvPr id="120" name="Group 98">
            <a:extLst>
              <a:ext uri="{FF2B5EF4-FFF2-40B4-BE49-F238E27FC236}">
                <a16:creationId xmlns:a16="http://schemas.microsoft.com/office/drawing/2014/main" id="{F91EAA54-AC0A-4AEF-ACE5-B1DD3DC8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08171" y="4821439"/>
            <a:ext cx="1128382" cy="847206"/>
            <a:chOff x="8183879" y="1000124"/>
            <a:chExt cx="1562267" cy="1172973"/>
          </a:xfrm>
        </p:grpSpPr>
        <p:sp>
          <p:nvSpPr>
            <p:cNvPr id="100" name="Freeform 5">
              <a:extLst>
                <a:ext uri="{FF2B5EF4-FFF2-40B4-BE49-F238E27FC236}">
                  <a16:creationId xmlns:a16="http://schemas.microsoft.com/office/drawing/2014/main" id="{57EE6F04-B543-44E1-BA29-3DD44C5AE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5">
              <a:extLst>
                <a:ext uri="{FF2B5EF4-FFF2-40B4-BE49-F238E27FC236}">
                  <a16:creationId xmlns:a16="http://schemas.microsoft.com/office/drawing/2014/main" id="{D5559A4F-CFAC-4ECC-B04A-670D559B9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22" name="Table 8">
            <a:extLst>
              <a:ext uri="{FF2B5EF4-FFF2-40B4-BE49-F238E27FC236}">
                <a16:creationId xmlns:a16="http://schemas.microsoft.com/office/drawing/2014/main" id="{168D00F8-E7F8-4AC1-BB39-0EDA636321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8779358"/>
              </p:ext>
            </p:extLst>
          </p:nvPr>
        </p:nvGraphicFramePr>
        <p:xfrm>
          <a:off x="643467" y="805769"/>
          <a:ext cx="10898563" cy="295560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516648">
                  <a:extLst>
                    <a:ext uri="{9D8B030D-6E8A-4147-A177-3AD203B41FA5}">
                      <a16:colId xmlns:a16="http://schemas.microsoft.com/office/drawing/2014/main" val="3803726541"/>
                    </a:ext>
                  </a:extLst>
                </a:gridCol>
                <a:gridCol w="3846692">
                  <a:extLst>
                    <a:ext uri="{9D8B030D-6E8A-4147-A177-3AD203B41FA5}">
                      <a16:colId xmlns:a16="http://schemas.microsoft.com/office/drawing/2014/main" val="854124662"/>
                    </a:ext>
                  </a:extLst>
                </a:gridCol>
                <a:gridCol w="4535223">
                  <a:extLst>
                    <a:ext uri="{9D8B030D-6E8A-4147-A177-3AD203B41FA5}">
                      <a16:colId xmlns:a16="http://schemas.microsoft.com/office/drawing/2014/main" val="4288085961"/>
                    </a:ext>
                  </a:extLst>
                </a:gridCol>
              </a:tblGrid>
              <a:tr h="881617"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47796" marR="208678" marT="208678" marB="208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Byte</a:t>
                      </a:r>
                    </a:p>
                  </a:txBody>
                  <a:tcPr marL="347796" marR="208678" marT="208678" marB="208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Word</a:t>
                      </a:r>
                    </a:p>
                  </a:txBody>
                  <a:tcPr marL="347796" marR="208678" marT="208678" marB="20867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36013"/>
                  </a:ext>
                </a:extLst>
              </a:tr>
              <a:tr h="1036996"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Length</a:t>
                      </a:r>
                    </a:p>
                  </a:txBody>
                  <a:tcPr marL="347796" marR="180854" marT="180854" marB="180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 bits</a:t>
                      </a:r>
                    </a:p>
                  </a:txBody>
                  <a:tcPr marL="347796" marR="180854" marT="180854" marB="180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Common lengths are 8, 16, 32 bits</a:t>
                      </a:r>
                    </a:p>
                  </a:txBody>
                  <a:tcPr marL="347796" marR="180854" marT="180854" marB="180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731537"/>
                  </a:ext>
                </a:extLst>
              </a:tr>
              <a:tr h="1036996"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Uses in</a:t>
                      </a:r>
                    </a:p>
                  </a:txBody>
                  <a:tcPr marL="347796" marR="180854" marT="180854" marB="180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Internal memory</a:t>
                      </a:r>
                    </a:p>
                    <a:p>
                      <a:r>
                        <a:rPr lang="en-US" sz="2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External memory</a:t>
                      </a:r>
                    </a:p>
                  </a:txBody>
                  <a:tcPr marL="347796" marR="180854" marT="180854" marB="180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Internal memory</a:t>
                      </a:r>
                    </a:p>
                  </a:txBody>
                  <a:tcPr marL="347796" marR="180854" marT="180854" marB="18085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26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77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BCBD-423A-4083-AA0C-7742C3BA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Unit of transfer: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ACAC-8ADA-40F2-B735-1D019803B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719"/>
            <a:ext cx="10515600" cy="55472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internal memory, the unit of transfer is equal to the number of electrical lines into and out of the memory module</a:t>
            </a:r>
          </a:p>
          <a:p>
            <a:r>
              <a:rPr lang="en-US" dirty="0"/>
              <a:t>This may be equal to the word length, but is often larger, such as 64, 128, or 256 bit</a:t>
            </a:r>
          </a:p>
          <a:p>
            <a:r>
              <a:rPr lang="en-US" dirty="0"/>
              <a:t>Concepts:</a:t>
            </a:r>
          </a:p>
          <a:p>
            <a:pPr lvl="1"/>
            <a:r>
              <a:rPr lang="en-US" dirty="0"/>
              <a:t>Word</a:t>
            </a:r>
          </a:p>
          <a:p>
            <a:pPr lvl="2"/>
            <a:r>
              <a:rPr lang="en-US" dirty="0"/>
              <a:t>“natural” unit of organization of memory	</a:t>
            </a:r>
          </a:p>
          <a:p>
            <a:pPr lvl="2"/>
            <a:r>
              <a:rPr lang="en-US" dirty="0"/>
              <a:t>Size typically equals to number bits represent an integer or instruction length</a:t>
            </a:r>
          </a:p>
          <a:p>
            <a:pPr lvl="2"/>
            <a:r>
              <a:rPr lang="en-US" dirty="0"/>
              <a:t>Exceptions: CRAY C90: 64-bit word / 46-bit integer, Intel x86: 32-bit word / variety instruction lengths</a:t>
            </a:r>
            <a:endParaRPr lang="en-US" sz="1000" dirty="0"/>
          </a:p>
          <a:p>
            <a:pPr lvl="1"/>
            <a:r>
              <a:rPr lang="en-US" dirty="0"/>
              <a:t>Addressable units</a:t>
            </a:r>
          </a:p>
          <a:p>
            <a:pPr lvl="2"/>
            <a:r>
              <a:rPr lang="en-US" dirty="0"/>
              <a:t>Some system, Addressable units equal to word  or byte</a:t>
            </a:r>
            <a:endParaRPr lang="en-US" sz="1000" dirty="0"/>
          </a:p>
          <a:p>
            <a:pPr lvl="2"/>
            <a:r>
              <a:rPr lang="en-US" dirty="0"/>
              <a:t>But in any case, Addressable units always equal to 2</a:t>
            </a:r>
            <a:r>
              <a:rPr lang="en-US" baseline="30000" dirty="0"/>
              <a:t>length in bits</a:t>
            </a:r>
          </a:p>
          <a:p>
            <a:pPr lvl="1"/>
            <a:r>
              <a:rPr lang="en-US" dirty="0"/>
              <a:t>Unit of transfers</a:t>
            </a:r>
          </a:p>
          <a:p>
            <a:pPr lvl="2"/>
            <a:r>
              <a:rPr lang="en-US" dirty="0"/>
              <a:t>Main memory : number bits read out/ written into at a time</a:t>
            </a:r>
            <a:endParaRPr lang="en-US" sz="1000" dirty="0"/>
          </a:p>
          <a:p>
            <a:pPr lvl="2"/>
            <a:r>
              <a:rPr lang="en-US" dirty="0"/>
              <a:t>External memory Much larger units than a word, referred to as blocks</a:t>
            </a:r>
            <a:endParaRPr lang="en-US" sz="1000" dirty="0"/>
          </a:p>
          <a:p>
            <a:pPr marL="0" lvl="0" indent="0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56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246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 Black</vt:lpstr>
      <vt:lpstr>Wingdings</vt:lpstr>
      <vt:lpstr>Office Theme</vt:lpstr>
      <vt:lpstr>Chapter 4: Cache memory</vt:lpstr>
      <vt:lpstr>PowerPoint Presentation</vt:lpstr>
      <vt:lpstr>Key Characteristics of Computer Memory Systems</vt:lpstr>
      <vt:lpstr>Location</vt:lpstr>
      <vt:lpstr>Capacity</vt:lpstr>
      <vt:lpstr>Unit of transfer: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Cache memory</dc:title>
  <dc:creator>Quốc Bảo Ngô</dc:creator>
  <cp:lastModifiedBy>Quốc Bảo Ngô</cp:lastModifiedBy>
  <cp:revision>1</cp:revision>
  <dcterms:created xsi:type="dcterms:W3CDTF">2020-02-27T14:22:10Z</dcterms:created>
  <dcterms:modified xsi:type="dcterms:W3CDTF">2020-02-27T14:47:59Z</dcterms:modified>
</cp:coreProperties>
</file>