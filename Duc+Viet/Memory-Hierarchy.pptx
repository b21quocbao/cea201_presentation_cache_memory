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A20000"/>
    <a:srgbClr val="920000"/>
    <a:srgbClr val="6C0000"/>
    <a:srgbClr val="74000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04AFAA-C48A-4B4F-B779-F39A3F4AC8C7}" v="19" dt="2020-02-27T10:01:34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ốc Bảo Ngô" userId="feee37ac1c8ea418" providerId="LiveId" clId="{D404AFAA-C48A-4B4F-B779-F39A3F4AC8C7}"/>
    <pc:docChg chg="custSel addSld delSld modSld">
      <pc:chgData name="Quốc Bảo Ngô" userId="feee37ac1c8ea418" providerId="LiveId" clId="{D404AFAA-C48A-4B4F-B779-F39A3F4AC8C7}" dt="2020-02-27T10:01:43.460" v="19" actId="1076"/>
      <pc:docMkLst>
        <pc:docMk/>
      </pc:docMkLst>
      <pc:sldChg chg="addSp delSp modSp setBg modAnim">
        <pc:chgData name="Quốc Bảo Ngô" userId="feee37ac1c8ea418" providerId="LiveId" clId="{D404AFAA-C48A-4B4F-B779-F39A3F4AC8C7}" dt="2020-02-27T10:01:43.460" v="19" actId="1076"/>
        <pc:sldMkLst>
          <pc:docMk/>
          <pc:sldMk cId="4233885110" sldId="258"/>
        </pc:sldMkLst>
        <pc:spChg chg="del">
          <ac:chgData name="Quốc Bảo Ngô" userId="feee37ac1c8ea418" providerId="LiveId" clId="{D404AFAA-C48A-4B4F-B779-F39A3F4AC8C7}" dt="2020-02-27T10:01:40.222" v="18" actId="478"/>
          <ac:spMkLst>
            <pc:docMk/>
            <pc:sldMk cId="4233885110" sldId="258"/>
            <ac:spMk id="2" creationId="{00000000-0000-0000-0000-000000000000}"/>
          </ac:spMkLst>
        </pc:spChg>
        <pc:spChg chg="del">
          <ac:chgData name="Quốc Bảo Ngô" userId="feee37ac1c8ea418" providerId="LiveId" clId="{D404AFAA-C48A-4B4F-B779-F39A3F4AC8C7}" dt="2020-02-27T10:00:23.188" v="4"/>
          <ac:spMkLst>
            <pc:docMk/>
            <pc:sldMk cId="4233885110" sldId="258"/>
            <ac:spMk id="3" creationId="{00000000-0000-0000-0000-000000000000}"/>
          </ac:spMkLst>
        </pc:spChg>
        <pc:spChg chg="add mod">
          <ac:chgData name="Quốc Bảo Ngô" userId="feee37ac1c8ea418" providerId="LiveId" clId="{D404AFAA-C48A-4B4F-B779-F39A3F4AC8C7}" dt="2020-02-27T10:01:43.460" v="19" actId="1076"/>
          <ac:spMkLst>
            <pc:docMk/>
            <pc:sldMk cId="4233885110" sldId="258"/>
            <ac:spMk id="4" creationId="{3D3A948A-9CDD-4215-8A73-CBA3F17E9B4C}"/>
          </ac:spMkLst>
        </pc:spChg>
      </pc:sldChg>
      <pc:sldChg chg="add">
        <pc:chgData name="Quốc Bảo Ngô" userId="feee37ac1c8ea418" providerId="LiveId" clId="{D404AFAA-C48A-4B4F-B779-F39A3F4AC8C7}" dt="2020-02-27T09:56:26.555" v="0"/>
        <pc:sldMkLst>
          <pc:docMk/>
          <pc:sldMk cId="565967778" sldId="260"/>
        </pc:sldMkLst>
      </pc:sldChg>
      <pc:sldChg chg="add del">
        <pc:chgData name="Quốc Bảo Ngô" userId="feee37ac1c8ea418" providerId="LiveId" clId="{D404AFAA-C48A-4B4F-B779-F39A3F4AC8C7}" dt="2020-02-27T09:56:32.910" v="2"/>
        <pc:sldMkLst>
          <pc:docMk/>
          <pc:sldMk cId="4072380835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6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23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4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33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42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7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9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76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4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55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93A65-98FD-488B-A39F-E9F8217C509E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6024F-956F-47B1-9484-3C15DBEAE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3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04724" y="2967336"/>
            <a:ext cx="7982552" cy="92333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MEMORY HIERARCHY</a:t>
            </a:r>
          </a:p>
        </p:txBody>
      </p:sp>
    </p:spTree>
    <p:extLst>
      <p:ext uri="{BB962C8B-B14F-4D97-AF65-F5344CB8AC3E}">
        <p14:creationId xmlns:p14="http://schemas.microsoft.com/office/powerpoint/2010/main" val="325866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20267102">
            <a:off x="4769788" y="625112"/>
            <a:ext cx="4349262" cy="5310069"/>
          </a:xfrm>
          <a:prstGeom prst="triangle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 rot="1332898" flipH="1">
            <a:off x="2753418" y="625111"/>
            <a:ext cx="4349262" cy="5310069"/>
          </a:xfrm>
          <a:prstGeom prst="triangl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>
            <a:stCxn id="12" idx="5"/>
            <a:endCxn id="12" idx="1"/>
          </p:cNvCxnSpPr>
          <p:nvPr/>
        </p:nvCxnSpPr>
        <p:spPr>
          <a:xfrm>
            <a:off x="3921442" y="2869051"/>
            <a:ext cx="2013212" cy="82219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4" idx="1"/>
            <a:endCxn id="4" idx="5"/>
          </p:cNvCxnSpPr>
          <p:nvPr/>
        </p:nvCxnSpPr>
        <p:spPr>
          <a:xfrm flipV="1">
            <a:off x="5937814" y="2869052"/>
            <a:ext cx="2013212" cy="82219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881962" y="3928366"/>
            <a:ext cx="3049535" cy="119740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5940971" y="3928366"/>
            <a:ext cx="3049535" cy="119740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931497" y="2339395"/>
            <a:ext cx="1490876" cy="588938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925555" y="1794418"/>
            <a:ext cx="966224" cy="398712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0" y="-7539"/>
            <a:ext cx="12192000" cy="5773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92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MEMORY HIERARCHY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1" y="-83976"/>
            <a:ext cx="3024927" cy="548909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A2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AS ONE GOES </a:t>
            </a:r>
            <a:r>
              <a:rPr lang="en-US" sz="3800" dirty="0">
                <a:solidFill>
                  <a:schemeClr val="accent4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DOWN</a:t>
            </a:r>
            <a:r>
              <a:rPr lang="en-US" sz="3800" dirty="0">
                <a:solidFill>
                  <a:srgbClr val="A2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THE </a:t>
            </a:r>
            <a:r>
              <a:rPr lang="en-US" sz="3700" dirty="0">
                <a:solidFill>
                  <a:srgbClr val="A2000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HIERARCHY</a:t>
            </a:r>
          </a:p>
          <a:p>
            <a:endParaRPr lang="en-US" sz="3200" dirty="0">
              <a:solidFill>
                <a:srgbClr val="A2000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Decreasing cost per bit;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capacity;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access time;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Decreasing frequency of access.</a:t>
            </a:r>
          </a:p>
        </p:txBody>
      </p:sp>
      <p:sp>
        <p:nvSpPr>
          <p:cNvPr id="16" name="TextBox 15"/>
          <p:cNvSpPr txBox="1"/>
          <p:nvPr/>
        </p:nvSpPr>
        <p:spPr>
          <a:xfrm rot="1271740">
            <a:off x="4510440" y="2155630"/>
            <a:ext cx="1375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Inboard</a:t>
            </a:r>
          </a:p>
          <a:p>
            <a:pPr algn="ctr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 rot="1234920">
            <a:off x="3680587" y="3481430"/>
            <a:ext cx="18198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Outboard</a:t>
            </a:r>
          </a:p>
          <a:p>
            <a:pPr algn="ctr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Storage</a:t>
            </a:r>
          </a:p>
        </p:txBody>
      </p:sp>
      <p:sp>
        <p:nvSpPr>
          <p:cNvPr id="26" name="TextBox 25"/>
          <p:cNvSpPr txBox="1"/>
          <p:nvPr/>
        </p:nvSpPr>
        <p:spPr>
          <a:xfrm rot="1321503">
            <a:off x="3107551" y="4678078"/>
            <a:ext cx="18198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Off-line</a:t>
            </a:r>
          </a:p>
          <a:p>
            <a:pPr algn="ctr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Storage</a:t>
            </a:r>
          </a:p>
        </p:txBody>
      </p:sp>
      <p:sp>
        <p:nvSpPr>
          <p:cNvPr id="27" name="TextBox 26"/>
          <p:cNvSpPr txBox="1"/>
          <p:nvPr/>
        </p:nvSpPr>
        <p:spPr>
          <a:xfrm rot="20211937">
            <a:off x="5587983" y="1299581"/>
            <a:ext cx="1375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Reg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-</a:t>
            </a:r>
          </a:p>
          <a:p>
            <a:pPr algn="ctr"/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isters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 rot="20304959">
            <a:off x="5882681" y="2139945"/>
            <a:ext cx="1375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Cache</a:t>
            </a:r>
          </a:p>
        </p:txBody>
      </p:sp>
      <p:sp>
        <p:nvSpPr>
          <p:cNvPr id="29" name="TextBox 28"/>
          <p:cNvSpPr txBox="1"/>
          <p:nvPr/>
        </p:nvSpPr>
        <p:spPr>
          <a:xfrm rot="20304959">
            <a:off x="6014456" y="2751205"/>
            <a:ext cx="165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Main Memory</a:t>
            </a:r>
          </a:p>
        </p:txBody>
      </p:sp>
      <p:sp>
        <p:nvSpPr>
          <p:cNvPr id="30" name="TextBox 29"/>
          <p:cNvSpPr txBox="1"/>
          <p:nvPr/>
        </p:nvSpPr>
        <p:spPr>
          <a:xfrm rot="20304959">
            <a:off x="6372008" y="3433692"/>
            <a:ext cx="1658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Magnetic disk</a:t>
            </a:r>
          </a:p>
          <a:p>
            <a:pPr algn="ctr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CD/DVD</a:t>
            </a:r>
          </a:p>
          <a:p>
            <a:pPr algn="ctr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Blu-Ray</a:t>
            </a:r>
          </a:p>
        </p:txBody>
      </p:sp>
      <p:sp>
        <p:nvSpPr>
          <p:cNvPr id="19" name="TextBox 18"/>
          <p:cNvSpPr txBox="1"/>
          <p:nvPr/>
        </p:nvSpPr>
        <p:spPr>
          <a:xfrm rot="20304959">
            <a:off x="6915592" y="4908910"/>
            <a:ext cx="165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Magnetic tape</a:t>
            </a:r>
          </a:p>
        </p:txBody>
      </p:sp>
      <p:sp>
        <p:nvSpPr>
          <p:cNvPr id="5" name="Isosceles Triangle 4"/>
          <p:cNvSpPr/>
          <p:nvPr/>
        </p:nvSpPr>
        <p:spPr>
          <a:xfrm rot="10800000">
            <a:off x="-30480" y="5412901"/>
            <a:ext cx="3018141" cy="518160"/>
          </a:xfrm>
          <a:prstGeom prst="triangl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1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ntr" presetSubtype="1" accel="54000" decel="46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0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7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7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8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8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8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7.40741E-7 L 0.15221 0.00116 " pathEditMode="relative" rAng="0" ptsTypes="AA">
                                      <p:cBhvr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04" y="46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0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0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9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0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9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0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9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0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9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0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9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0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10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0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222 0.00116 " pathEditMode="relative" ptsTypes="AA">
                                      <p:cBhvr>
                                        <p:cTn id="10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2" presetClass="entr" presetSubtype="1" accel="65000" decel="3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38" grpId="0" animBg="1"/>
      <p:bldP spid="38" grpId="1" animBg="1"/>
      <p:bldP spid="15" grpId="0" animBg="1"/>
      <p:bldP spid="16" grpId="0"/>
      <p:bldP spid="16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19" grpId="0"/>
      <p:bldP spid="19" grpId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20267102">
            <a:off x="6710553" y="599580"/>
            <a:ext cx="4349262" cy="5310069"/>
          </a:xfrm>
          <a:prstGeom prst="triangle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332898" flipH="1">
            <a:off x="4694183" y="599579"/>
            <a:ext cx="4349262" cy="5310069"/>
          </a:xfrm>
          <a:prstGeom prst="triangl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8" name="Straight Connector 17"/>
          <p:cNvCxnSpPr>
            <a:stCxn id="12" idx="5"/>
            <a:endCxn id="12" idx="1"/>
          </p:cNvCxnSpPr>
          <p:nvPr/>
        </p:nvCxnSpPr>
        <p:spPr>
          <a:xfrm>
            <a:off x="5862207" y="2843519"/>
            <a:ext cx="2013212" cy="82219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4" idx="1"/>
            <a:endCxn id="4" idx="5"/>
          </p:cNvCxnSpPr>
          <p:nvPr/>
        </p:nvCxnSpPr>
        <p:spPr>
          <a:xfrm flipV="1">
            <a:off x="7878579" y="2843520"/>
            <a:ext cx="2013212" cy="82219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822727" y="3902834"/>
            <a:ext cx="3049535" cy="119740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7881736" y="3902834"/>
            <a:ext cx="3049535" cy="119740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7872262" y="2313863"/>
            <a:ext cx="1490876" cy="588938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7866320" y="1754565"/>
            <a:ext cx="978829" cy="41303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05370" y="2747884"/>
            <a:ext cx="36388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>
                    <a:lumMod val="75000"/>
                  </a:prstClr>
                </a:solidFill>
              </a:rPr>
              <a:t>As one goes down the hierarchy, the following occur: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>
                    <a:lumMod val="75000"/>
                  </a:prstClr>
                </a:solidFill>
              </a:rPr>
              <a:t>Decreasing cost per bit;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>
                    <a:lumMod val="75000"/>
                  </a:prstClr>
                </a:solidFill>
              </a:rPr>
              <a:t>Increasing capacity;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>
                    <a:lumMod val="75000"/>
                  </a:prstClr>
                </a:solidFill>
              </a:rPr>
              <a:t>Increasing access time;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>
                    <a:lumMod val="75000"/>
                  </a:prstClr>
                </a:solidFill>
              </a:rPr>
              <a:t>Decreasing frequency of access.</a:t>
            </a:r>
          </a:p>
          <a:p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46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A948A-9CDD-4215-8A73-CBA3F17E9B4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2619300"/>
            <a:ext cx="10515600" cy="1771767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5600" dirty="0">
                <a:solidFill>
                  <a:schemeClr val="bg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Characteristics of </a:t>
            </a:r>
          </a:p>
          <a:p>
            <a:pPr marL="0" indent="0" algn="ctr">
              <a:buNone/>
            </a:pPr>
            <a:r>
              <a:rPr lang="en-US" sz="5600" dirty="0">
                <a:solidFill>
                  <a:schemeClr val="bg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Memory Systems</a:t>
            </a:r>
          </a:p>
        </p:txBody>
      </p:sp>
    </p:spTree>
    <p:extLst>
      <p:ext uri="{BB962C8B-B14F-4D97-AF65-F5344CB8AC3E}">
        <p14:creationId xmlns:p14="http://schemas.microsoft.com/office/powerpoint/2010/main" val="423388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6141-90F3-46EB-8AEE-39BC8649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8382B-A059-496C-BDD7-EF702F72C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6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79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Segoe UI Black</vt:lpstr>
      <vt:lpstr>Segoe UI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Đức Văn</dc:creator>
  <cp:lastModifiedBy>Quốc Bảo Ngô</cp:lastModifiedBy>
  <cp:revision>103</cp:revision>
  <dcterms:created xsi:type="dcterms:W3CDTF">2020-02-14T10:33:14Z</dcterms:created>
  <dcterms:modified xsi:type="dcterms:W3CDTF">2020-02-27T10:02:30Z</dcterms:modified>
</cp:coreProperties>
</file>